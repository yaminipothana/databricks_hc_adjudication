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3" r:id="rId3"/>
    <p:sldId id="264" r:id="rId4"/>
    <p:sldId id="257" r:id="rId5"/>
    <p:sldId id="258" r:id="rId6"/>
    <p:sldId id="266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D0D92-2CC4-4D03-86A3-CEDBAE0DDB6F}" v="59" dt="2026-03-11T11:36:45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ini Pothana" userId="29d128bb-cdcd-48af-8374-f5ffcc646036" providerId="ADAL" clId="{9C473F42-8651-48F0-9A12-1E00482D55E4}"/>
    <pc:docChg chg="undo custSel addSld delSld modSld sldOrd modMainMaster">
      <pc:chgData name="Yamini Pothana" userId="29d128bb-cdcd-48af-8374-f5ffcc646036" providerId="ADAL" clId="{9C473F42-8651-48F0-9A12-1E00482D55E4}" dt="2026-03-11T11:37:58.830" v="423" actId="1076"/>
      <pc:docMkLst>
        <pc:docMk/>
      </pc:docMkLst>
      <pc:sldChg chg="addSp modSp mod">
        <pc:chgData name="Yamini Pothana" userId="29d128bb-cdcd-48af-8374-f5ffcc646036" providerId="ADAL" clId="{9C473F42-8651-48F0-9A12-1E00482D55E4}" dt="2026-03-11T11:25:11.875" v="313" actId="14100"/>
        <pc:sldMkLst>
          <pc:docMk/>
          <pc:sldMk cId="1346696084" sldId="257"/>
        </pc:sldMkLst>
        <pc:spChg chg="mod">
          <ac:chgData name="Yamini Pothana" userId="29d128bb-cdcd-48af-8374-f5ffcc646036" providerId="ADAL" clId="{9C473F42-8651-48F0-9A12-1E00482D55E4}" dt="2026-03-11T07:25:05.239" v="29" actId="113"/>
          <ac:spMkLst>
            <pc:docMk/>
            <pc:sldMk cId="1346696084" sldId="257"/>
            <ac:spMk id="2" creationId="{A453CC5F-3A8F-1C7A-DD7F-BA583B85C688}"/>
          </ac:spMkLst>
        </pc:spChg>
        <pc:spChg chg="mod">
          <ac:chgData name="Yamini Pothana" userId="29d128bb-cdcd-48af-8374-f5ffcc646036" providerId="ADAL" clId="{9C473F42-8651-48F0-9A12-1E00482D55E4}" dt="2026-03-11T11:25:11.875" v="313" actId="14100"/>
          <ac:spMkLst>
            <pc:docMk/>
            <pc:sldMk cId="1346696084" sldId="257"/>
            <ac:spMk id="3" creationId="{0689D06C-3CA9-3866-5D60-6FADE3937437}"/>
          </ac:spMkLst>
        </pc:spChg>
        <pc:spChg chg="mod">
          <ac:chgData name="Yamini Pothana" userId="29d128bb-cdcd-48af-8374-f5ffcc646036" providerId="ADAL" clId="{9C473F42-8651-48F0-9A12-1E00482D55E4}" dt="2026-03-11T08:31:19.603" v="223" actId="403"/>
          <ac:spMkLst>
            <pc:docMk/>
            <pc:sldMk cId="1346696084" sldId="257"/>
            <ac:spMk id="5" creationId="{AB02D4BF-92EA-47C3-7C3A-4E0DFB9E36A4}"/>
          </ac:spMkLst>
        </pc:spChg>
        <pc:spChg chg="mod">
          <ac:chgData name="Yamini Pothana" userId="29d128bb-cdcd-48af-8374-f5ffcc646036" providerId="ADAL" clId="{9C473F42-8651-48F0-9A12-1E00482D55E4}" dt="2026-03-11T08:31:14.283" v="222" actId="404"/>
          <ac:spMkLst>
            <pc:docMk/>
            <pc:sldMk cId="1346696084" sldId="257"/>
            <ac:spMk id="6" creationId="{B39EC337-2785-76BA-A38C-E923B943F678}"/>
          </ac:spMkLst>
        </pc:spChg>
        <pc:picChg chg="add mod">
          <ac:chgData name="Yamini Pothana" userId="29d128bb-cdcd-48af-8374-f5ffcc646036" providerId="ADAL" clId="{9C473F42-8651-48F0-9A12-1E00482D55E4}" dt="2026-03-11T11:25:11.875" v="313" actId="14100"/>
          <ac:picMkLst>
            <pc:docMk/>
            <pc:sldMk cId="1346696084" sldId="257"/>
            <ac:picMk id="1032" creationId="{214F242E-2094-E6E8-06AC-372226C95C79}"/>
          </ac:picMkLst>
        </pc:picChg>
      </pc:sldChg>
      <pc:sldChg chg="addSp modSp mod">
        <pc:chgData name="Yamini Pothana" userId="29d128bb-cdcd-48af-8374-f5ffcc646036" providerId="ADAL" clId="{9C473F42-8651-48F0-9A12-1E00482D55E4}" dt="2026-03-11T08:32:18.763" v="246" actId="255"/>
        <pc:sldMkLst>
          <pc:docMk/>
          <pc:sldMk cId="2970981917" sldId="258"/>
        </pc:sldMkLst>
        <pc:spChg chg="mod">
          <ac:chgData name="Yamini Pothana" userId="29d128bb-cdcd-48af-8374-f5ffcc646036" providerId="ADAL" clId="{9C473F42-8651-48F0-9A12-1E00482D55E4}" dt="2026-03-11T08:32:01.966" v="244" actId="20577"/>
          <ac:spMkLst>
            <pc:docMk/>
            <pc:sldMk cId="2970981917" sldId="258"/>
            <ac:spMk id="8" creationId="{D330CE1D-344D-53E6-718B-F1FC8DF3E7BD}"/>
          </ac:spMkLst>
        </pc:spChg>
        <pc:spChg chg="add mod">
          <ac:chgData name="Yamini Pothana" userId="29d128bb-cdcd-48af-8374-f5ffcc646036" providerId="ADAL" clId="{9C473F42-8651-48F0-9A12-1E00482D55E4}" dt="2026-03-11T08:32:06.444" v="245" actId="403"/>
          <ac:spMkLst>
            <pc:docMk/>
            <pc:sldMk cId="2970981917" sldId="258"/>
            <ac:spMk id="9" creationId="{E922BD69-C21B-F954-CA1C-CD8C9F66EE55}"/>
          </ac:spMkLst>
        </pc:spChg>
        <pc:spChg chg="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12" creationId="{68B7DC78-5C9C-B2B6-7333-8FE4FAF8BF51}"/>
          </ac:spMkLst>
        </pc:spChg>
        <pc:spChg chg="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13" creationId="{276F80FA-27F2-35C6-0F8D-E4870ADA3EE7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23" creationId="{12F36260-0992-F700-3B4F-7A6D584A5F1D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24" creationId="{890D09A0-D740-1372-3D15-F21A17B6413D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25" creationId="{D1D9CF30-272A-1B48-FC8E-E4B16DED3F52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26" creationId="{3533A25A-2264-E3B8-3CB1-BB772A685138}"/>
          </ac:spMkLst>
        </pc:spChg>
        <pc:spChg chg="add mod">
          <ac:chgData name="Yamini Pothana" userId="29d128bb-cdcd-48af-8374-f5ffcc646036" providerId="ADAL" clId="{9C473F42-8651-48F0-9A12-1E00482D55E4}" dt="2026-03-11T08:20:28.053" v="129" actId="1076"/>
          <ac:spMkLst>
            <pc:docMk/>
            <pc:sldMk cId="2970981917" sldId="258"/>
            <ac:spMk id="27" creationId="{CA4879AF-C8DF-11E3-2BCF-E569C536DB37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28" creationId="{A1F081C2-23E6-A6DA-4C35-A0D1D3FB235B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29" creationId="{43C0D657-0504-393C-C46F-7092E12F96E5}"/>
          </ac:spMkLst>
        </pc:spChg>
        <pc:spChg chg="add mod">
          <ac:chgData name="Yamini Pothana" userId="29d128bb-cdcd-48af-8374-f5ffcc646036" providerId="ADAL" clId="{9C473F42-8651-48F0-9A12-1E00482D55E4}" dt="2026-03-11T08:22:57.954" v="166" actId="1076"/>
          <ac:spMkLst>
            <pc:docMk/>
            <pc:sldMk cId="2970981917" sldId="258"/>
            <ac:spMk id="31" creationId="{E3A5AAE9-C11C-34D6-5E4B-C40D25ED4354}"/>
          </ac:spMkLst>
        </pc:spChg>
        <pc:spChg chg="add mod">
          <ac:chgData name="Yamini Pothana" userId="29d128bb-cdcd-48af-8374-f5ffcc646036" providerId="ADAL" clId="{9C473F42-8651-48F0-9A12-1E00482D55E4}" dt="2026-03-11T08:32:18.763" v="246" actId="255"/>
          <ac:spMkLst>
            <pc:docMk/>
            <pc:sldMk cId="2970981917" sldId="258"/>
            <ac:spMk id="33" creationId="{2F34D38E-4F6F-A710-5F25-D1803DD40529}"/>
          </ac:spMkLst>
        </pc:spChg>
        <pc:picChg chg="mod">
          <ac:chgData name="Yamini Pothana" userId="29d128bb-cdcd-48af-8374-f5ffcc646036" providerId="ADAL" clId="{9C473F42-8651-48F0-9A12-1E00482D55E4}" dt="2026-03-11T08:23:06.425" v="168" actId="1076"/>
          <ac:picMkLst>
            <pc:docMk/>
            <pc:sldMk cId="2970981917" sldId="258"/>
            <ac:picMk id="10" creationId="{8F5E83DC-FC4C-018C-33FA-415EABE383C9}"/>
          </ac:picMkLst>
        </pc:picChg>
        <pc:picChg chg="mod">
          <ac:chgData name="Yamini Pothana" userId="29d128bb-cdcd-48af-8374-f5ffcc646036" providerId="ADAL" clId="{9C473F42-8651-48F0-9A12-1E00482D55E4}" dt="2026-03-11T08:22:57.954" v="166" actId="1076"/>
          <ac:picMkLst>
            <pc:docMk/>
            <pc:sldMk cId="2970981917" sldId="258"/>
            <ac:picMk id="15" creationId="{02C1DCEF-B094-1CCF-7C95-27BF906784D1}"/>
          </ac:picMkLst>
        </pc:picChg>
        <pc:cxnChg chg="mod">
          <ac:chgData name="Yamini Pothana" userId="29d128bb-cdcd-48af-8374-f5ffcc646036" providerId="ADAL" clId="{9C473F42-8651-48F0-9A12-1E00482D55E4}" dt="2026-03-11T08:23:02.889" v="167" actId="1076"/>
          <ac:cxnSpMkLst>
            <pc:docMk/>
            <pc:sldMk cId="2970981917" sldId="258"/>
            <ac:cxnSpMk id="18" creationId="{BD793432-C1F7-F4C0-7D4F-A4C2DE06877A}"/>
          </ac:cxnSpMkLst>
        </pc:cxnChg>
      </pc:sldChg>
      <pc:sldChg chg="addSp delSp modSp mod">
        <pc:chgData name="Yamini Pothana" userId="29d128bb-cdcd-48af-8374-f5ffcc646036" providerId="ADAL" clId="{9C473F42-8651-48F0-9A12-1E00482D55E4}" dt="2026-03-11T08:34:35.653" v="263" actId="255"/>
        <pc:sldMkLst>
          <pc:docMk/>
          <pc:sldMk cId="2443028014" sldId="260"/>
        </pc:sldMkLst>
        <pc:spChg chg="mod">
          <ac:chgData name="Yamini Pothana" userId="29d128bb-cdcd-48af-8374-f5ffcc646036" providerId="ADAL" clId="{9C473F42-8651-48F0-9A12-1E00482D55E4}" dt="2026-03-11T08:32:49.050" v="248" actId="255"/>
          <ac:spMkLst>
            <pc:docMk/>
            <pc:sldMk cId="2443028014" sldId="260"/>
            <ac:spMk id="2" creationId="{590E1DD3-DB91-1156-AAAD-D89602399F45}"/>
          </ac:spMkLst>
        </pc:spChg>
        <pc:spChg chg="del mod">
          <ac:chgData name="Yamini Pothana" userId="29d128bb-cdcd-48af-8374-f5ffcc646036" providerId="ADAL" clId="{9C473F42-8651-48F0-9A12-1E00482D55E4}" dt="2026-03-11T07:33:07.081" v="53" actId="478"/>
          <ac:spMkLst>
            <pc:docMk/>
            <pc:sldMk cId="2443028014" sldId="260"/>
            <ac:spMk id="3" creationId="{80ADDCEE-D61B-DBB8-CAF6-F253A596DB72}"/>
          </ac:spMkLst>
        </pc:spChg>
        <pc:spChg chg="del mod">
          <ac:chgData name="Yamini Pothana" userId="29d128bb-cdcd-48af-8374-f5ffcc646036" providerId="ADAL" clId="{9C473F42-8651-48F0-9A12-1E00482D55E4}" dt="2026-03-11T07:33:18.593" v="58" actId="478"/>
          <ac:spMkLst>
            <pc:docMk/>
            <pc:sldMk cId="2443028014" sldId="260"/>
            <ac:spMk id="4" creationId="{18A24BFC-A990-AFA2-1DAE-126FCF0CAC01}"/>
          </ac:spMkLst>
        </pc:spChg>
        <pc:spChg chg="mod">
          <ac:chgData name="Yamini Pothana" userId="29d128bb-cdcd-48af-8374-f5ffcc646036" providerId="ADAL" clId="{9C473F42-8651-48F0-9A12-1E00482D55E4}" dt="2026-03-11T08:32:56.563" v="250" actId="255"/>
          <ac:spMkLst>
            <pc:docMk/>
            <pc:sldMk cId="2443028014" sldId="260"/>
            <ac:spMk id="5" creationId="{7D4F9367-CBFB-E44A-5230-A839888F8745}"/>
          </ac:spMkLst>
        </pc:spChg>
        <pc:spChg chg="add mod">
          <ac:chgData name="Yamini Pothana" userId="29d128bb-cdcd-48af-8374-f5ffcc646036" providerId="ADAL" clId="{9C473F42-8651-48F0-9A12-1E00482D55E4}" dt="2026-03-11T08:33:32.889" v="255" actId="404"/>
          <ac:spMkLst>
            <pc:docMk/>
            <pc:sldMk cId="2443028014" sldId="260"/>
            <ac:spMk id="6" creationId="{65B3224B-9E68-3C7E-375B-B815302D0844}"/>
          </ac:spMkLst>
        </pc:spChg>
        <pc:spChg chg="add mod">
          <ac:chgData name="Yamini Pothana" userId="29d128bb-cdcd-48af-8374-f5ffcc646036" providerId="ADAL" clId="{9C473F42-8651-48F0-9A12-1E00482D55E4}" dt="2026-03-11T08:34:35.653" v="263" actId="255"/>
          <ac:spMkLst>
            <pc:docMk/>
            <pc:sldMk cId="2443028014" sldId="260"/>
            <ac:spMk id="7" creationId="{CAEB9C12-41FC-E102-DC8A-5187A63EC3E4}"/>
          </ac:spMkLst>
        </pc:spChg>
        <pc:spChg chg="mod">
          <ac:chgData name="Yamini Pothana" userId="29d128bb-cdcd-48af-8374-f5ffcc646036" providerId="ADAL" clId="{9C473F42-8651-48F0-9A12-1E00482D55E4}" dt="2026-03-11T08:33:18.139" v="253" actId="403"/>
          <ac:spMkLst>
            <pc:docMk/>
            <pc:sldMk cId="2443028014" sldId="260"/>
            <ac:spMk id="8" creationId="{37F6C91D-7F95-CF36-0212-E32B151E0693}"/>
          </ac:spMkLst>
        </pc:spChg>
      </pc:sldChg>
      <pc:sldChg chg="modSp mod">
        <pc:chgData name="Yamini Pothana" userId="29d128bb-cdcd-48af-8374-f5ffcc646036" providerId="ADAL" clId="{9C473F42-8651-48F0-9A12-1E00482D55E4}" dt="2026-03-11T09:28:28.454" v="310" actId="255"/>
        <pc:sldMkLst>
          <pc:docMk/>
          <pc:sldMk cId="1229773203" sldId="261"/>
        </pc:sldMkLst>
        <pc:spChg chg="mod">
          <ac:chgData name="Yamini Pothana" userId="29d128bb-cdcd-48af-8374-f5ffcc646036" providerId="ADAL" clId="{9C473F42-8651-48F0-9A12-1E00482D55E4}" dt="2026-03-11T09:28:28.454" v="310" actId="255"/>
          <ac:spMkLst>
            <pc:docMk/>
            <pc:sldMk cId="1229773203" sldId="261"/>
            <ac:spMk id="2" creationId="{76C5C00B-6012-E9E8-E9FB-167B7D73B99B}"/>
          </ac:spMkLst>
        </pc:spChg>
        <pc:spChg chg="mod">
          <ac:chgData name="Yamini Pothana" userId="29d128bb-cdcd-48af-8374-f5ffcc646036" providerId="ADAL" clId="{9C473F42-8651-48F0-9A12-1E00482D55E4}" dt="2026-03-11T08:35:29.322" v="270" actId="20577"/>
          <ac:spMkLst>
            <pc:docMk/>
            <pc:sldMk cId="1229773203" sldId="261"/>
            <ac:spMk id="8" creationId="{2B2BD32C-CC39-C60A-644A-1223DEFE8B7F}"/>
          </ac:spMkLst>
        </pc:spChg>
      </pc:sldChg>
      <pc:sldChg chg="del">
        <pc:chgData name="Yamini Pothana" userId="29d128bb-cdcd-48af-8374-f5ffcc646036" providerId="ADAL" clId="{9C473F42-8651-48F0-9A12-1E00482D55E4}" dt="2026-03-11T08:23:13.181" v="169" actId="47"/>
        <pc:sldMkLst>
          <pc:docMk/>
          <pc:sldMk cId="114649214" sldId="262"/>
        </pc:sldMkLst>
      </pc:sldChg>
      <pc:sldChg chg="addSp delSp modSp new mod ord modClrScheme chgLayout">
        <pc:chgData name="Yamini Pothana" userId="29d128bb-cdcd-48af-8374-f5ffcc646036" providerId="ADAL" clId="{9C473F42-8651-48F0-9A12-1E00482D55E4}" dt="2026-03-11T08:28:47.812" v="220" actId="1076"/>
        <pc:sldMkLst>
          <pc:docMk/>
          <pc:sldMk cId="1184951931" sldId="263"/>
        </pc:sldMkLst>
        <pc:spChg chg="del mod ord">
          <ac:chgData name="Yamini Pothana" userId="29d128bb-cdcd-48af-8374-f5ffcc646036" providerId="ADAL" clId="{9C473F42-8651-48F0-9A12-1E00482D55E4}" dt="2026-03-11T07:24:05.039" v="3" actId="700"/>
          <ac:spMkLst>
            <pc:docMk/>
            <pc:sldMk cId="1184951931" sldId="263"/>
            <ac:spMk id="2" creationId="{28B9E814-0DF2-BE7B-A1BD-52428BBE9953}"/>
          </ac:spMkLst>
        </pc:spChg>
        <pc:spChg chg="del mod ord">
          <ac:chgData name="Yamini Pothana" userId="29d128bb-cdcd-48af-8374-f5ffcc646036" providerId="ADAL" clId="{9C473F42-8651-48F0-9A12-1E00482D55E4}" dt="2026-03-11T07:24:05.039" v="3" actId="700"/>
          <ac:spMkLst>
            <pc:docMk/>
            <pc:sldMk cId="1184951931" sldId="263"/>
            <ac:spMk id="3" creationId="{EDF6B8C9-0D86-46AC-F01C-632A46F9372B}"/>
          </ac:spMkLst>
        </pc:spChg>
        <pc:spChg chg="add del mod ord">
          <ac:chgData name="Yamini Pothana" userId="29d128bb-cdcd-48af-8374-f5ffcc646036" providerId="ADAL" clId="{9C473F42-8651-48F0-9A12-1E00482D55E4}" dt="2026-03-11T08:27:59.480" v="192" actId="478"/>
          <ac:spMkLst>
            <pc:docMk/>
            <pc:sldMk cId="1184951931" sldId="263"/>
            <ac:spMk id="4" creationId="{AF31529A-8E4E-3FBC-B9AE-1CC49F345DC7}"/>
          </ac:spMkLst>
        </pc:spChg>
        <pc:spChg chg="add mod ord">
          <ac:chgData name="Yamini Pothana" userId="29d128bb-cdcd-48af-8374-f5ffcc646036" providerId="ADAL" clId="{9C473F42-8651-48F0-9A12-1E00482D55E4}" dt="2026-03-11T07:24:49.619" v="28" actId="14100"/>
          <ac:spMkLst>
            <pc:docMk/>
            <pc:sldMk cId="1184951931" sldId="263"/>
            <ac:spMk id="5" creationId="{94146F20-AE7B-46E9-C55F-C70A39956A15}"/>
          </ac:spMkLst>
        </pc:spChg>
        <pc:spChg chg="add del mod">
          <ac:chgData name="Yamini Pothana" userId="29d128bb-cdcd-48af-8374-f5ffcc646036" providerId="ADAL" clId="{9C473F42-8651-48F0-9A12-1E00482D55E4}" dt="2026-03-11T08:28:03.251" v="193" actId="478"/>
          <ac:spMkLst>
            <pc:docMk/>
            <pc:sldMk cId="1184951931" sldId="263"/>
            <ac:spMk id="7" creationId="{2A878F41-E908-52E4-A665-C769C181423F}"/>
          </ac:spMkLst>
        </pc:spChg>
        <pc:spChg chg="add mod">
          <ac:chgData name="Yamini Pothana" userId="29d128bb-cdcd-48af-8374-f5ffcc646036" providerId="ADAL" clId="{9C473F42-8651-48F0-9A12-1E00482D55E4}" dt="2026-03-11T08:28:47.812" v="220" actId="1076"/>
          <ac:spMkLst>
            <pc:docMk/>
            <pc:sldMk cId="1184951931" sldId="263"/>
            <ac:spMk id="8" creationId="{A55867C7-D4AE-8412-9B1A-AB227BBDBB78}"/>
          </ac:spMkLst>
        </pc:spChg>
        <pc:picChg chg="add mod">
          <ac:chgData name="Yamini Pothana" userId="29d128bb-cdcd-48af-8374-f5ffcc646036" providerId="ADAL" clId="{9C473F42-8651-48F0-9A12-1E00482D55E4}" dt="2026-03-11T08:28:11.096" v="196" actId="14100"/>
          <ac:picMkLst>
            <pc:docMk/>
            <pc:sldMk cId="1184951931" sldId="263"/>
            <ac:picMk id="3074" creationId="{09A82880-76E2-8E38-727D-74ADEE187C3E}"/>
          </ac:picMkLst>
        </pc:picChg>
      </pc:sldChg>
      <pc:sldChg chg="add">
        <pc:chgData name="Yamini Pothana" userId="29d128bb-cdcd-48af-8374-f5ffcc646036" providerId="ADAL" clId="{9C473F42-8651-48F0-9A12-1E00482D55E4}" dt="2026-03-11T08:16:21.052" v="121" actId="2890"/>
        <pc:sldMkLst>
          <pc:docMk/>
          <pc:sldMk cId="3095981321" sldId="264"/>
        </pc:sldMkLst>
      </pc:sldChg>
      <pc:sldChg chg="new del">
        <pc:chgData name="Yamini Pothana" userId="29d128bb-cdcd-48af-8374-f5ffcc646036" providerId="ADAL" clId="{9C473F42-8651-48F0-9A12-1E00482D55E4}" dt="2026-03-11T07:38:01.209" v="120" actId="47"/>
        <pc:sldMkLst>
          <pc:docMk/>
          <pc:sldMk cId="3119709688" sldId="264"/>
        </pc:sldMkLst>
      </pc:sldChg>
      <pc:sldChg chg="addSp delSp modSp add mod ord">
        <pc:chgData name="Yamini Pothana" userId="29d128bb-cdcd-48af-8374-f5ffcc646036" providerId="ADAL" clId="{9C473F42-8651-48F0-9A12-1E00482D55E4}" dt="2026-03-11T08:37:13.807" v="308" actId="20577"/>
        <pc:sldMkLst>
          <pc:docMk/>
          <pc:sldMk cId="3956812109" sldId="265"/>
        </pc:sldMkLst>
        <pc:spChg chg="add del mod">
          <ac:chgData name="Yamini Pothana" userId="29d128bb-cdcd-48af-8374-f5ffcc646036" providerId="ADAL" clId="{9C473F42-8651-48F0-9A12-1E00482D55E4}" dt="2026-03-11T08:37:09.156" v="306" actId="478"/>
          <ac:spMkLst>
            <pc:docMk/>
            <pc:sldMk cId="3956812109" sldId="265"/>
            <ac:spMk id="3" creationId="{83545215-525D-96CA-65AE-1842BF67994B}"/>
          </ac:spMkLst>
        </pc:spChg>
        <pc:spChg chg="mod">
          <ac:chgData name="Yamini Pothana" userId="29d128bb-cdcd-48af-8374-f5ffcc646036" providerId="ADAL" clId="{9C473F42-8651-48F0-9A12-1E00482D55E4}" dt="2026-03-11T08:37:13.807" v="308" actId="20577"/>
          <ac:spMkLst>
            <pc:docMk/>
            <pc:sldMk cId="3956812109" sldId="265"/>
            <ac:spMk id="4" creationId="{FE44D399-4CEA-2735-7683-3F2EFF5ED895}"/>
          </ac:spMkLst>
        </pc:spChg>
        <pc:spChg chg="del">
          <ac:chgData name="Yamini Pothana" userId="29d128bb-cdcd-48af-8374-f5ffcc646036" providerId="ADAL" clId="{9C473F42-8651-48F0-9A12-1E00482D55E4}" dt="2026-03-11T08:37:03.922" v="305" actId="478"/>
          <ac:spMkLst>
            <pc:docMk/>
            <pc:sldMk cId="3956812109" sldId="265"/>
            <ac:spMk id="5" creationId="{FD7ABBFD-89D6-4807-7BE1-D7B771ED4A29}"/>
          </ac:spMkLst>
        </pc:spChg>
      </pc:sldChg>
      <pc:sldChg chg="addSp delSp modSp add mod">
        <pc:chgData name="Yamini Pothana" userId="29d128bb-cdcd-48af-8374-f5ffcc646036" providerId="ADAL" clId="{9C473F42-8651-48F0-9A12-1E00482D55E4}" dt="2026-03-11T11:37:58.830" v="423" actId="1076"/>
        <pc:sldMkLst>
          <pc:docMk/>
          <pc:sldMk cId="2920851178" sldId="266"/>
        </pc:sldMkLst>
        <pc:spChg chg="mod">
          <ac:chgData name="Yamini Pothana" userId="29d128bb-cdcd-48af-8374-f5ffcc646036" providerId="ADAL" clId="{9C473F42-8651-48F0-9A12-1E00482D55E4}" dt="2026-03-11T11:36:05.113" v="319"/>
          <ac:spMkLst>
            <pc:docMk/>
            <pc:sldMk cId="2920851178" sldId="266"/>
            <ac:spMk id="2" creationId="{30190CB3-264A-5299-AAB8-D25EF85953ED}"/>
          </ac:spMkLst>
        </pc:spChg>
        <pc:spChg chg="add mod">
          <ac:chgData name="Yamini Pothana" userId="29d128bb-cdcd-48af-8374-f5ffcc646036" providerId="ADAL" clId="{9C473F42-8651-48F0-9A12-1E00482D55E4}" dt="2026-03-11T11:37:35.027" v="417" actId="20577"/>
          <ac:spMkLst>
            <pc:docMk/>
            <pc:sldMk cId="2920851178" sldId="266"/>
            <ac:spMk id="3" creationId="{2E00E497-BFD8-C5B1-6236-3BA4FD876B48}"/>
          </ac:spMkLst>
        </pc:spChg>
        <pc:spChg chg="del mod">
          <ac:chgData name="Yamini Pothana" userId="29d128bb-cdcd-48af-8374-f5ffcc646036" providerId="ADAL" clId="{9C473F42-8651-48F0-9A12-1E00482D55E4}" dt="2026-03-11T11:35:58.919" v="318" actId="478"/>
          <ac:spMkLst>
            <pc:docMk/>
            <pc:sldMk cId="2920851178" sldId="266"/>
            <ac:spMk id="8" creationId="{A7669E3B-FCF0-1732-30F8-2F84BBE9815B}"/>
          </ac:spMkLst>
        </pc:spChg>
        <pc:spChg chg="del">
          <ac:chgData name="Yamini Pothana" userId="29d128bb-cdcd-48af-8374-f5ffcc646036" providerId="ADAL" clId="{9C473F42-8651-48F0-9A12-1E00482D55E4}" dt="2026-03-11T11:35:50.530" v="315" actId="478"/>
          <ac:spMkLst>
            <pc:docMk/>
            <pc:sldMk cId="2920851178" sldId="266"/>
            <ac:spMk id="9" creationId="{0A41621D-F4AE-574F-03DF-7747663D757E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12" creationId="{4F785F33-8780-E72F-DB38-4C8EDE68C503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13" creationId="{199CEBC6-63D0-871D-497F-E7C516BC3162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3" creationId="{A106DA1A-ABD3-3D59-A85F-3C1A6857603F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4" creationId="{2CFCBE21-54D2-FD4A-8536-D7C4B76B39B8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5" creationId="{BAE66C3D-5721-62EC-6228-D6B4C408F7AE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6" creationId="{CC501CC4-2C0A-F839-22C5-4F89FD9A5546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7" creationId="{57B36088-27EA-6783-26CF-EEDE99337000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8" creationId="{4EFB9D84-CFEC-2E79-9F4E-6D25BD7D8C26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29" creationId="{A3DC0A46-0163-19AF-5B71-EC2AC318A000}"/>
          </ac:spMkLst>
        </pc:spChg>
        <pc:spChg chg="mod">
          <ac:chgData name="Yamini Pothana" userId="29d128bb-cdcd-48af-8374-f5ffcc646036" providerId="ADAL" clId="{9C473F42-8651-48F0-9A12-1E00482D55E4}" dt="2026-03-11T11:36:35.010" v="324" actId="1076"/>
          <ac:spMkLst>
            <pc:docMk/>
            <pc:sldMk cId="2920851178" sldId="266"/>
            <ac:spMk id="31" creationId="{E705CF16-A168-B244-4844-88DECE882BE0}"/>
          </ac:spMkLst>
        </pc:spChg>
        <pc:spChg chg="del mod">
          <ac:chgData name="Yamini Pothana" userId="29d128bb-cdcd-48af-8374-f5ffcc646036" providerId="ADAL" clId="{9C473F42-8651-48F0-9A12-1E00482D55E4}" dt="2026-03-11T11:36:10.685" v="321" actId="478"/>
          <ac:spMkLst>
            <pc:docMk/>
            <pc:sldMk cId="2920851178" sldId="266"/>
            <ac:spMk id="33" creationId="{D205DB32-476F-267A-7632-20D57E87E5CA}"/>
          </ac:spMkLst>
        </pc:spChg>
        <pc:picChg chg="mod">
          <ac:chgData name="Yamini Pothana" userId="29d128bb-cdcd-48af-8374-f5ffcc646036" providerId="ADAL" clId="{9C473F42-8651-48F0-9A12-1E00482D55E4}" dt="2026-03-11T11:36:23.553" v="323" actId="1076"/>
          <ac:picMkLst>
            <pc:docMk/>
            <pc:sldMk cId="2920851178" sldId="266"/>
            <ac:picMk id="15" creationId="{C1DA2487-F2D8-317B-4F26-838A43272069}"/>
          </ac:picMkLst>
        </pc:picChg>
        <pc:picChg chg="mod">
          <ac:chgData name="Yamini Pothana" userId="29d128bb-cdcd-48af-8374-f5ffcc646036" providerId="ADAL" clId="{9C473F42-8651-48F0-9A12-1E00482D55E4}" dt="2026-03-11T11:36:23.553" v="323" actId="1076"/>
          <ac:picMkLst>
            <pc:docMk/>
            <pc:sldMk cId="2920851178" sldId="266"/>
            <ac:picMk id="32" creationId="{90D5B405-65A4-BA6C-675D-3DAAB6575345}"/>
          </ac:picMkLst>
        </pc:picChg>
        <pc:cxnChg chg="add mod">
          <ac:chgData name="Yamini Pothana" userId="29d128bb-cdcd-48af-8374-f5ffcc646036" providerId="ADAL" clId="{9C473F42-8651-48F0-9A12-1E00482D55E4}" dt="2026-03-11T11:37:58.830" v="423" actId="1076"/>
          <ac:cxnSpMkLst>
            <pc:docMk/>
            <pc:sldMk cId="2920851178" sldId="266"/>
            <ac:cxnSpMk id="5" creationId="{C0858711-FE9B-9722-ABCE-324262E2DCB9}"/>
          </ac:cxnSpMkLst>
        </pc:cxnChg>
      </pc:sldChg>
      <pc:sldMasterChg chg="addSp modSp mod modSldLayout">
        <pc:chgData name="Yamini Pothana" userId="29d128bb-cdcd-48af-8374-f5ffcc646036" providerId="ADAL" clId="{9C473F42-8651-48F0-9A12-1E00482D55E4}" dt="2026-03-11T07:37:50.730" v="119"/>
        <pc:sldMasterMkLst>
          <pc:docMk/>
          <pc:sldMasterMk cId="807597557" sldId="2147483648"/>
        </pc:sldMasterMkLst>
        <pc:picChg chg="add mod">
          <ac:chgData name="Yamini Pothana" userId="29d128bb-cdcd-48af-8374-f5ffcc646036" providerId="ADAL" clId="{9C473F42-8651-48F0-9A12-1E00482D55E4}" dt="2026-03-11T07:27:23.315" v="33" actId="1076"/>
          <ac:picMkLst>
            <pc:docMk/>
            <pc:sldMasterMk cId="807597557" sldId="2147483648"/>
            <ac:picMk id="7" creationId="{721DF439-E1BE-FFC6-E20B-BFF3579175F1}"/>
          </ac:picMkLst>
        </pc:picChg>
        <pc:sldLayoutChg chg="addSp delSp modSp mod">
          <pc:chgData name="Yamini Pothana" userId="29d128bb-cdcd-48af-8374-f5ffcc646036" providerId="ADAL" clId="{9C473F42-8651-48F0-9A12-1E00482D55E4}" dt="2026-03-11T07:37:20.245" v="108"/>
          <pc:sldLayoutMkLst>
            <pc:docMk/>
            <pc:sldMasterMk cId="807597557" sldId="2147483648"/>
            <pc:sldLayoutMk cId="311710686" sldId="2147483649"/>
          </pc:sldLayoutMkLst>
          <pc:spChg chg="del">
            <ac:chgData name="Yamini Pothana" userId="29d128bb-cdcd-48af-8374-f5ffcc646036" providerId="ADAL" clId="{9C473F42-8651-48F0-9A12-1E00482D55E4}" dt="2026-03-11T07:37:13.947" v="107"/>
            <ac:spMkLst>
              <pc:docMk/>
              <pc:sldMasterMk cId="807597557" sldId="2147483648"/>
              <pc:sldLayoutMk cId="311710686" sldId="2147483649"/>
              <ac:spMk id="4" creationId="{7D2802C3-AE3D-DEBF-7001-4C0F8B1C0ABC}"/>
            </ac:spMkLst>
          </pc:spChg>
          <pc:spChg chg="del">
            <ac:chgData name="Yamini Pothana" userId="29d128bb-cdcd-48af-8374-f5ffcc646036" providerId="ADAL" clId="{9C473F42-8651-48F0-9A12-1E00482D55E4}" dt="2026-03-11T07:37:13.947" v="107"/>
            <ac:spMkLst>
              <pc:docMk/>
              <pc:sldMasterMk cId="807597557" sldId="2147483648"/>
              <pc:sldLayoutMk cId="311710686" sldId="2147483649"/>
              <ac:spMk id="5" creationId="{47520D05-CD92-E8D6-C991-54EF4CBA2C93}"/>
            </ac:spMkLst>
          </pc:spChg>
          <pc:spChg chg="del">
            <ac:chgData name="Yamini Pothana" userId="29d128bb-cdcd-48af-8374-f5ffcc646036" providerId="ADAL" clId="{9C473F42-8651-48F0-9A12-1E00482D55E4}" dt="2026-03-11T07:37:13.947" v="107"/>
            <ac:spMkLst>
              <pc:docMk/>
              <pc:sldMasterMk cId="807597557" sldId="2147483648"/>
              <pc:sldLayoutMk cId="311710686" sldId="2147483649"/>
              <ac:spMk id="6" creationId="{DD254D0E-AA70-1508-C8FF-F0E2C7239070}"/>
            </ac:spMkLst>
          </pc:spChg>
          <pc:spChg chg="add mod">
            <ac:chgData name="Yamini Pothana" userId="29d128bb-cdcd-48af-8374-f5ffcc646036" providerId="ADAL" clId="{9C473F42-8651-48F0-9A12-1E00482D55E4}" dt="2026-03-11T07:37:20.245" v="108"/>
            <ac:spMkLst>
              <pc:docMk/>
              <pc:sldMasterMk cId="807597557" sldId="2147483648"/>
              <pc:sldLayoutMk cId="311710686" sldId="2147483649"/>
              <ac:spMk id="9" creationId="{E8690024-4379-AEA6-0E13-78623B4FEF79}"/>
            </ac:spMkLst>
          </pc:spChg>
          <pc:picChg chg="add del mod">
            <ac:chgData name="Yamini Pothana" userId="29d128bb-cdcd-48af-8374-f5ffcc646036" providerId="ADAL" clId="{9C473F42-8651-48F0-9A12-1E00482D55E4}" dt="2026-03-11T07:29:20.323" v="37" actId="478"/>
            <ac:picMkLst>
              <pc:docMk/>
              <pc:sldMasterMk cId="807597557" sldId="2147483648"/>
              <pc:sldLayoutMk cId="311710686" sldId="2147483649"/>
              <ac:picMk id="7" creationId="{80D4619B-472D-60DE-782D-C605DF2A809E}"/>
            </ac:picMkLst>
          </pc:picChg>
          <pc:picChg chg="add del mod">
            <ac:chgData name="Yamini Pothana" userId="29d128bb-cdcd-48af-8374-f5ffcc646036" providerId="ADAL" clId="{9C473F42-8651-48F0-9A12-1E00482D55E4}" dt="2026-03-11T07:29:35.488" v="39" actId="478"/>
            <ac:picMkLst>
              <pc:docMk/>
              <pc:sldMasterMk cId="807597557" sldId="2147483648"/>
              <pc:sldLayoutMk cId="311710686" sldId="2147483649"/>
              <ac:picMk id="8" creationId="{FA228CDE-C2F9-997E-FAC4-965F9A90EB4D}"/>
            </ac:picMkLst>
          </pc:picChg>
        </pc:sldLayoutChg>
        <pc:sldLayoutChg chg="addSp delSp modSp">
          <pc:chgData name="Yamini Pothana" userId="29d128bb-cdcd-48af-8374-f5ffcc646036" providerId="ADAL" clId="{9C473F42-8651-48F0-9A12-1E00482D55E4}" dt="2026-03-11T07:37:23.767" v="110"/>
          <pc:sldLayoutMkLst>
            <pc:docMk/>
            <pc:sldMasterMk cId="807597557" sldId="2147483648"/>
            <pc:sldLayoutMk cId="3970936758" sldId="2147483650"/>
          </pc:sldLayoutMkLst>
          <pc:spChg chg="del">
            <ac:chgData name="Yamini Pothana" userId="29d128bb-cdcd-48af-8374-f5ffcc646036" providerId="ADAL" clId="{9C473F42-8651-48F0-9A12-1E00482D55E4}" dt="2026-03-11T07:37:22.968" v="109"/>
            <ac:spMkLst>
              <pc:docMk/>
              <pc:sldMasterMk cId="807597557" sldId="2147483648"/>
              <pc:sldLayoutMk cId="3970936758" sldId="2147483650"/>
              <ac:spMk id="4" creationId="{2BACA682-B15D-3FC5-4AC6-A5B9A6BD9BB8}"/>
            </ac:spMkLst>
          </pc:spChg>
          <pc:spChg chg="del">
            <ac:chgData name="Yamini Pothana" userId="29d128bb-cdcd-48af-8374-f5ffcc646036" providerId="ADAL" clId="{9C473F42-8651-48F0-9A12-1E00482D55E4}" dt="2026-03-11T07:37:22.968" v="109"/>
            <ac:spMkLst>
              <pc:docMk/>
              <pc:sldMasterMk cId="807597557" sldId="2147483648"/>
              <pc:sldLayoutMk cId="3970936758" sldId="2147483650"/>
              <ac:spMk id="5" creationId="{92A24546-4C22-227E-D887-132161A11902}"/>
            </ac:spMkLst>
          </pc:spChg>
          <pc:spChg chg="del">
            <ac:chgData name="Yamini Pothana" userId="29d128bb-cdcd-48af-8374-f5ffcc646036" providerId="ADAL" clId="{9C473F42-8651-48F0-9A12-1E00482D55E4}" dt="2026-03-11T07:37:22.968" v="109"/>
            <ac:spMkLst>
              <pc:docMk/>
              <pc:sldMasterMk cId="807597557" sldId="2147483648"/>
              <pc:sldLayoutMk cId="3970936758" sldId="2147483650"/>
              <ac:spMk id="6" creationId="{B9283557-C779-F135-4467-9630118CD996}"/>
            </ac:spMkLst>
          </pc:spChg>
          <pc:spChg chg="add mod">
            <ac:chgData name="Yamini Pothana" userId="29d128bb-cdcd-48af-8374-f5ffcc646036" providerId="ADAL" clId="{9C473F42-8651-48F0-9A12-1E00482D55E4}" dt="2026-03-11T07:37:23.767" v="110"/>
            <ac:spMkLst>
              <pc:docMk/>
              <pc:sldMasterMk cId="807597557" sldId="2147483648"/>
              <pc:sldLayoutMk cId="3970936758" sldId="2147483650"/>
              <ac:spMk id="7" creationId="{1A35E279-CB2F-3E65-3245-147F487775EC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28.462" v="112"/>
          <pc:sldLayoutMkLst>
            <pc:docMk/>
            <pc:sldMasterMk cId="807597557" sldId="2147483648"/>
            <pc:sldLayoutMk cId="1599719850" sldId="2147483651"/>
          </pc:sldLayoutMkLst>
          <pc:spChg chg="del">
            <ac:chgData name="Yamini Pothana" userId="29d128bb-cdcd-48af-8374-f5ffcc646036" providerId="ADAL" clId="{9C473F42-8651-48F0-9A12-1E00482D55E4}" dt="2026-03-11T07:37:27.851" v="111"/>
            <ac:spMkLst>
              <pc:docMk/>
              <pc:sldMasterMk cId="807597557" sldId="2147483648"/>
              <pc:sldLayoutMk cId="1599719850" sldId="2147483651"/>
              <ac:spMk id="4" creationId="{92C2E292-778A-B9C1-51D6-E7D410412FCF}"/>
            </ac:spMkLst>
          </pc:spChg>
          <pc:spChg chg="del">
            <ac:chgData name="Yamini Pothana" userId="29d128bb-cdcd-48af-8374-f5ffcc646036" providerId="ADAL" clId="{9C473F42-8651-48F0-9A12-1E00482D55E4}" dt="2026-03-11T07:37:27.851" v="111"/>
            <ac:spMkLst>
              <pc:docMk/>
              <pc:sldMasterMk cId="807597557" sldId="2147483648"/>
              <pc:sldLayoutMk cId="1599719850" sldId="2147483651"/>
              <ac:spMk id="5" creationId="{4E1683B2-94DB-A77F-EAA0-8D7FEC63DDE2}"/>
            </ac:spMkLst>
          </pc:spChg>
          <pc:spChg chg="del">
            <ac:chgData name="Yamini Pothana" userId="29d128bb-cdcd-48af-8374-f5ffcc646036" providerId="ADAL" clId="{9C473F42-8651-48F0-9A12-1E00482D55E4}" dt="2026-03-11T07:37:27.851" v="111"/>
            <ac:spMkLst>
              <pc:docMk/>
              <pc:sldMasterMk cId="807597557" sldId="2147483648"/>
              <pc:sldLayoutMk cId="1599719850" sldId="2147483651"/>
              <ac:spMk id="6" creationId="{8E241047-CEDC-B5EC-5CFB-CCE4CDB39B24}"/>
            </ac:spMkLst>
          </pc:spChg>
          <pc:spChg chg="add mod">
            <ac:chgData name="Yamini Pothana" userId="29d128bb-cdcd-48af-8374-f5ffcc646036" providerId="ADAL" clId="{9C473F42-8651-48F0-9A12-1E00482D55E4}" dt="2026-03-11T07:37:28.462" v="112"/>
            <ac:spMkLst>
              <pc:docMk/>
              <pc:sldMasterMk cId="807597557" sldId="2147483648"/>
              <pc:sldLayoutMk cId="1599719850" sldId="2147483651"/>
              <ac:spMk id="7" creationId="{F1AC3892-26F1-3DCA-076E-5AB1C6CC358B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31.913" v="113"/>
          <pc:sldLayoutMkLst>
            <pc:docMk/>
            <pc:sldMasterMk cId="807597557" sldId="2147483648"/>
            <pc:sldLayoutMk cId="3637495328" sldId="2147483652"/>
          </pc:sldLayoutMkLst>
          <pc:spChg chg="del">
            <ac:chgData name="Yamini Pothana" userId="29d128bb-cdcd-48af-8374-f5ffcc646036" providerId="ADAL" clId="{9C473F42-8651-48F0-9A12-1E00482D55E4}" dt="2026-03-11T07:37:31.913" v="113"/>
            <ac:spMkLst>
              <pc:docMk/>
              <pc:sldMasterMk cId="807597557" sldId="2147483648"/>
              <pc:sldLayoutMk cId="3637495328" sldId="2147483652"/>
              <ac:spMk id="5" creationId="{B782E6D4-0932-5F87-003D-C777395BC0DD}"/>
            </ac:spMkLst>
          </pc:spChg>
          <pc:spChg chg="del">
            <ac:chgData name="Yamini Pothana" userId="29d128bb-cdcd-48af-8374-f5ffcc646036" providerId="ADAL" clId="{9C473F42-8651-48F0-9A12-1E00482D55E4}" dt="2026-03-11T07:37:31.913" v="113"/>
            <ac:spMkLst>
              <pc:docMk/>
              <pc:sldMasterMk cId="807597557" sldId="2147483648"/>
              <pc:sldLayoutMk cId="3637495328" sldId="2147483652"/>
              <ac:spMk id="6" creationId="{784E9884-E626-2622-1710-0B95AC86CE86}"/>
            </ac:spMkLst>
          </pc:spChg>
          <pc:spChg chg="del">
            <ac:chgData name="Yamini Pothana" userId="29d128bb-cdcd-48af-8374-f5ffcc646036" providerId="ADAL" clId="{9C473F42-8651-48F0-9A12-1E00482D55E4}" dt="2026-03-11T07:37:31.913" v="113"/>
            <ac:spMkLst>
              <pc:docMk/>
              <pc:sldMasterMk cId="807597557" sldId="2147483648"/>
              <pc:sldLayoutMk cId="3637495328" sldId="2147483652"/>
              <ac:spMk id="7" creationId="{E23E123D-FD4D-1A4F-3754-6EDA285214A4}"/>
            </ac:spMkLst>
          </pc:spChg>
          <pc:spChg chg="add mod">
            <ac:chgData name="Yamini Pothana" userId="29d128bb-cdcd-48af-8374-f5ffcc646036" providerId="ADAL" clId="{9C473F42-8651-48F0-9A12-1E00482D55E4}" dt="2026-03-11T07:36:35.298" v="99"/>
            <ac:spMkLst>
              <pc:docMk/>
              <pc:sldMasterMk cId="807597557" sldId="2147483648"/>
              <pc:sldLayoutMk cId="3637495328" sldId="2147483652"/>
              <ac:spMk id="8" creationId="{8D5D3710-A7FC-96F5-8334-7E37D307B236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35.747" v="114"/>
          <pc:sldLayoutMkLst>
            <pc:docMk/>
            <pc:sldMasterMk cId="807597557" sldId="2147483648"/>
            <pc:sldLayoutMk cId="967942364" sldId="2147483653"/>
          </pc:sldLayoutMkLst>
          <pc:spChg chg="del">
            <ac:chgData name="Yamini Pothana" userId="29d128bb-cdcd-48af-8374-f5ffcc646036" providerId="ADAL" clId="{9C473F42-8651-48F0-9A12-1E00482D55E4}" dt="2026-03-11T07:37:35.747" v="114"/>
            <ac:spMkLst>
              <pc:docMk/>
              <pc:sldMasterMk cId="807597557" sldId="2147483648"/>
              <pc:sldLayoutMk cId="967942364" sldId="2147483653"/>
              <ac:spMk id="7" creationId="{F4A902D3-6379-F27F-87D7-1D368D18776A}"/>
            </ac:spMkLst>
          </pc:spChg>
          <pc:spChg chg="del">
            <ac:chgData name="Yamini Pothana" userId="29d128bb-cdcd-48af-8374-f5ffcc646036" providerId="ADAL" clId="{9C473F42-8651-48F0-9A12-1E00482D55E4}" dt="2026-03-11T07:37:35.747" v="114"/>
            <ac:spMkLst>
              <pc:docMk/>
              <pc:sldMasterMk cId="807597557" sldId="2147483648"/>
              <pc:sldLayoutMk cId="967942364" sldId="2147483653"/>
              <ac:spMk id="8" creationId="{A20DCC24-04B9-AE34-2226-0B8143380819}"/>
            </ac:spMkLst>
          </pc:spChg>
          <pc:spChg chg="del">
            <ac:chgData name="Yamini Pothana" userId="29d128bb-cdcd-48af-8374-f5ffcc646036" providerId="ADAL" clId="{9C473F42-8651-48F0-9A12-1E00482D55E4}" dt="2026-03-11T07:37:35.747" v="114"/>
            <ac:spMkLst>
              <pc:docMk/>
              <pc:sldMasterMk cId="807597557" sldId="2147483648"/>
              <pc:sldLayoutMk cId="967942364" sldId="2147483653"/>
              <ac:spMk id="9" creationId="{829B9B57-5041-FFBF-C9A5-060C2680C07A}"/>
            </ac:spMkLst>
          </pc:spChg>
          <pc:spChg chg="add mod">
            <ac:chgData name="Yamini Pothana" userId="29d128bb-cdcd-48af-8374-f5ffcc646036" providerId="ADAL" clId="{9C473F42-8651-48F0-9A12-1E00482D55E4}" dt="2026-03-11T07:36:38.933" v="100"/>
            <ac:spMkLst>
              <pc:docMk/>
              <pc:sldMasterMk cId="807597557" sldId="2147483648"/>
              <pc:sldLayoutMk cId="967942364" sldId="2147483653"/>
              <ac:spMk id="10" creationId="{1B4F7D2A-36C7-74C2-C5EC-0C2D3D1CF02C}"/>
            </ac:spMkLst>
          </pc:spChg>
        </pc:sldLayoutChg>
        <pc:sldLayoutChg chg="addSp delSp modSp mod">
          <pc:chgData name="Yamini Pothana" userId="29d128bb-cdcd-48af-8374-f5ffcc646036" providerId="ADAL" clId="{9C473F42-8651-48F0-9A12-1E00482D55E4}" dt="2026-03-11T07:37:38.995" v="115"/>
          <pc:sldLayoutMkLst>
            <pc:docMk/>
            <pc:sldMasterMk cId="807597557" sldId="2147483648"/>
            <pc:sldLayoutMk cId="2723946251" sldId="2147483654"/>
          </pc:sldLayoutMkLst>
          <pc:spChg chg="del">
            <ac:chgData name="Yamini Pothana" userId="29d128bb-cdcd-48af-8374-f5ffcc646036" providerId="ADAL" clId="{9C473F42-8651-48F0-9A12-1E00482D55E4}" dt="2026-03-11T07:37:38.995" v="115"/>
            <ac:spMkLst>
              <pc:docMk/>
              <pc:sldMasterMk cId="807597557" sldId="2147483648"/>
              <pc:sldLayoutMk cId="2723946251" sldId="2147483654"/>
              <ac:spMk id="3" creationId="{3C1CBA65-5508-F370-7CC1-4F3EAD806F4D}"/>
            </ac:spMkLst>
          </pc:spChg>
          <pc:spChg chg="del">
            <ac:chgData name="Yamini Pothana" userId="29d128bb-cdcd-48af-8374-f5ffcc646036" providerId="ADAL" clId="{9C473F42-8651-48F0-9A12-1E00482D55E4}" dt="2026-03-11T07:37:38.995" v="115"/>
            <ac:spMkLst>
              <pc:docMk/>
              <pc:sldMasterMk cId="807597557" sldId="2147483648"/>
              <pc:sldLayoutMk cId="2723946251" sldId="2147483654"/>
              <ac:spMk id="4" creationId="{5C29F706-051A-178B-1782-C76BAEC11D8C}"/>
            </ac:spMkLst>
          </pc:spChg>
          <pc:spChg chg="del">
            <ac:chgData name="Yamini Pothana" userId="29d128bb-cdcd-48af-8374-f5ffcc646036" providerId="ADAL" clId="{9C473F42-8651-48F0-9A12-1E00482D55E4}" dt="2026-03-11T07:37:38.995" v="115"/>
            <ac:spMkLst>
              <pc:docMk/>
              <pc:sldMasterMk cId="807597557" sldId="2147483648"/>
              <pc:sldLayoutMk cId="2723946251" sldId="2147483654"/>
              <ac:spMk id="5" creationId="{17ECFCB0-C8D8-AEDE-EF05-2C9A7F5C1497}"/>
            </ac:spMkLst>
          </pc:spChg>
          <pc:spChg chg="add mod">
            <ac:chgData name="Yamini Pothana" userId="29d128bb-cdcd-48af-8374-f5ffcc646036" providerId="ADAL" clId="{9C473F42-8651-48F0-9A12-1E00482D55E4}" dt="2026-03-11T07:36:32.698" v="98" actId="1076"/>
            <ac:spMkLst>
              <pc:docMk/>
              <pc:sldMasterMk cId="807597557" sldId="2147483648"/>
              <pc:sldLayoutMk cId="2723946251" sldId="2147483654"/>
              <ac:spMk id="6" creationId="{13BA820C-BDEC-5B31-51A7-ABC77629D8E6}"/>
            </ac:spMkLst>
          </pc:spChg>
          <pc:spChg chg="add del mod">
            <ac:chgData name="Yamini Pothana" userId="29d128bb-cdcd-48af-8374-f5ffcc646036" providerId="ADAL" clId="{9C473F42-8651-48F0-9A12-1E00482D55E4}" dt="2026-03-11T07:35:05.330" v="94" actId="21"/>
            <ac:spMkLst>
              <pc:docMk/>
              <pc:sldMasterMk cId="807597557" sldId="2147483648"/>
              <pc:sldLayoutMk cId="2723946251" sldId="2147483654"/>
              <ac:spMk id="7" creationId="{727364EB-F5C9-4C39-2156-28A19C8A16AC}"/>
            </ac:spMkLst>
          </pc:spChg>
        </pc:sldLayoutChg>
        <pc:sldLayoutChg chg="addSp delSp modSp mod">
          <pc:chgData name="Yamini Pothana" userId="29d128bb-cdcd-48af-8374-f5ffcc646036" providerId="ADAL" clId="{9C473F42-8651-48F0-9A12-1E00482D55E4}" dt="2026-03-11T07:36:50.040" v="102"/>
          <pc:sldLayoutMkLst>
            <pc:docMk/>
            <pc:sldMasterMk cId="807597557" sldId="2147483648"/>
            <pc:sldLayoutMk cId="2879549718" sldId="2147483655"/>
          </pc:sldLayoutMkLst>
          <pc:spChg chg="mod">
            <ac:chgData name="Yamini Pothana" userId="29d128bb-cdcd-48af-8374-f5ffcc646036" providerId="ADAL" clId="{9C473F42-8651-48F0-9A12-1E00482D55E4}" dt="2026-03-11T07:31:43.788" v="44" actId="1076"/>
            <ac:spMkLst>
              <pc:docMk/>
              <pc:sldMasterMk cId="807597557" sldId="2147483648"/>
              <pc:sldLayoutMk cId="2879549718" sldId="2147483655"/>
              <ac:spMk id="2" creationId="{9137C091-AAA1-29A2-818F-963933795B8F}"/>
            </ac:spMkLst>
          </pc:spChg>
          <pc:spChg chg="mod">
            <ac:chgData name="Yamini Pothana" userId="29d128bb-cdcd-48af-8374-f5ffcc646036" providerId="ADAL" clId="{9C473F42-8651-48F0-9A12-1E00482D55E4}" dt="2026-03-11T07:28:56.475" v="34" actId="1076"/>
            <ac:spMkLst>
              <pc:docMk/>
              <pc:sldMasterMk cId="807597557" sldId="2147483648"/>
              <pc:sldLayoutMk cId="2879549718" sldId="2147483655"/>
              <ac:spMk id="3" creationId="{940BEFFB-5969-1B4D-3681-A4CEE6321C61}"/>
            </ac:spMkLst>
          </pc:spChg>
          <pc:spChg chg="add del mod">
            <ac:chgData name="Yamini Pothana" userId="29d128bb-cdcd-48af-8374-f5ffcc646036" providerId="ADAL" clId="{9C473F42-8651-48F0-9A12-1E00482D55E4}" dt="2026-03-11T07:31:39.462" v="43" actId="21"/>
            <ac:spMkLst>
              <pc:docMk/>
              <pc:sldMasterMk cId="807597557" sldId="2147483648"/>
              <pc:sldLayoutMk cId="2879549718" sldId="2147483655"/>
              <ac:spMk id="5" creationId="{13BA820C-BDEC-5B31-51A7-ABC77629D8E6}"/>
            </ac:spMkLst>
          </pc:spChg>
          <pc:spChg chg="add mod">
            <ac:chgData name="Yamini Pothana" userId="29d128bb-cdcd-48af-8374-f5ffcc646036" providerId="ADAL" clId="{9C473F42-8651-48F0-9A12-1E00482D55E4}" dt="2026-03-11T07:36:50.040" v="102"/>
            <ac:spMkLst>
              <pc:docMk/>
              <pc:sldMasterMk cId="807597557" sldId="2147483648"/>
              <pc:sldLayoutMk cId="2879549718" sldId="2147483655"/>
              <ac:spMk id="6" creationId="{73B0F23E-1FFC-CE14-D219-1BA5316EB291}"/>
            </ac:spMkLst>
          </pc:spChg>
          <pc:spChg chg="add del mod">
            <ac:chgData name="Yamini Pothana" userId="29d128bb-cdcd-48af-8374-f5ffcc646036" providerId="ADAL" clId="{9C473F42-8651-48F0-9A12-1E00482D55E4}" dt="2026-03-11T07:36:48.975" v="101" actId="478"/>
            <ac:spMkLst>
              <pc:docMk/>
              <pc:sldMasterMk cId="807597557" sldId="2147483648"/>
              <pc:sldLayoutMk cId="2879549718" sldId="2147483655"/>
              <ac:spMk id="7" creationId="{727364EB-F5C9-4C39-2156-28A19C8A16AC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42.456" v="116"/>
          <pc:sldLayoutMkLst>
            <pc:docMk/>
            <pc:sldMasterMk cId="807597557" sldId="2147483648"/>
            <pc:sldLayoutMk cId="2490240480" sldId="2147483656"/>
          </pc:sldLayoutMkLst>
          <pc:spChg chg="del">
            <ac:chgData name="Yamini Pothana" userId="29d128bb-cdcd-48af-8374-f5ffcc646036" providerId="ADAL" clId="{9C473F42-8651-48F0-9A12-1E00482D55E4}" dt="2026-03-11T07:37:42.456" v="116"/>
            <ac:spMkLst>
              <pc:docMk/>
              <pc:sldMasterMk cId="807597557" sldId="2147483648"/>
              <pc:sldLayoutMk cId="2490240480" sldId="2147483656"/>
              <ac:spMk id="5" creationId="{D903F509-B967-195B-8885-7A32ED14C08C}"/>
            </ac:spMkLst>
          </pc:spChg>
          <pc:spChg chg="del">
            <ac:chgData name="Yamini Pothana" userId="29d128bb-cdcd-48af-8374-f5ffcc646036" providerId="ADAL" clId="{9C473F42-8651-48F0-9A12-1E00482D55E4}" dt="2026-03-11T07:37:42.456" v="116"/>
            <ac:spMkLst>
              <pc:docMk/>
              <pc:sldMasterMk cId="807597557" sldId="2147483648"/>
              <pc:sldLayoutMk cId="2490240480" sldId="2147483656"/>
              <ac:spMk id="6" creationId="{B3277F6C-93B3-705F-26C0-B57346F18864}"/>
            </ac:spMkLst>
          </pc:spChg>
          <pc:spChg chg="del">
            <ac:chgData name="Yamini Pothana" userId="29d128bb-cdcd-48af-8374-f5ffcc646036" providerId="ADAL" clId="{9C473F42-8651-48F0-9A12-1E00482D55E4}" dt="2026-03-11T07:37:42.456" v="116"/>
            <ac:spMkLst>
              <pc:docMk/>
              <pc:sldMasterMk cId="807597557" sldId="2147483648"/>
              <pc:sldLayoutMk cId="2490240480" sldId="2147483656"/>
              <ac:spMk id="7" creationId="{8573C3C2-DCC7-7371-2781-FF609223AD21}"/>
            </ac:spMkLst>
          </pc:spChg>
          <pc:spChg chg="add mod">
            <ac:chgData name="Yamini Pothana" userId="29d128bb-cdcd-48af-8374-f5ffcc646036" providerId="ADAL" clId="{9C473F42-8651-48F0-9A12-1E00482D55E4}" dt="2026-03-11T07:36:54.404" v="103"/>
            <ac:spMkLst>
              <pc:docMk/>
              <pc:sldMasterMk cId="807597557" sldId="2147483648"/>
              <pc:sldLayoutMk cId="2490240480" sldId="2147483656"/>
              <ac:spMk id="8" creationId="{66104BB4-16F9-739F-4E2F-658AF68176F4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45.097" v="117"/>
          <pc:sldLayoutMkLst>
            <pc:docMk/>
            <pc:sldMasterMk cId="807597557" sldId="2147483648"/>
            <pc:sldLayoutMk cId="3033734781" sldId="2147483657"/>
          </pc:sldLayoutMkLst>
          <pc:spChg chg="del">
            <ac:chgData name="Yamini Pothana" userId="29d128bb-cdcd-48af-8374-f5ffcc646036" providerId="ADAL" clId="{9C473F42-8651-48F0-9A12-1E00482D55E4}" dt="2026-03-11T07:37:45.097" v="117"/>
            <ac:spMkLst>
              <pc:docMk/>
              <pc:sldMasterMk cId="807597557" sldId="2147483648"/>
              <pc:sldLayoutMk cId="3033734781" sldId="2147483657"/>
              <ac:spMk id="5" creationId="{208E79FC-C69B-427A-88D9-A74B58218AB0}"/>
            </ac:spMkLst>
          </pc:spChg>
          <pc:spChg chg="del">
            <ac:chgData name="Yamini Pothana" userId="29d128bb-cdcd-48af-8374-f5ffcc646036" providerId="ADAL" clId="{9C473F42-8651-48F0-9A12-1E00482D55E4}" dt="2026-03-11T07:37:45.097" v="117"/>
            <ac:spMkLst>
              <pc:docMk/>
              <pc:sldMasterMk cId="807597557" sldId="2147483648"/>
              <pc:sldLayoutMk cId="3033734781" sldId="2147483657"/>
              <ac:spMk id="6" creationId="{7BB46573-AFCC-74E1-351B-59F6BC0C539C}"/>
            </ac:spMkLst>
          </pc:spChg>
          <pc:spChg chg="del">
            <ac:chgData name="Yamini Pothana" userId="29d128bb-cdcd-48af-8374-f5ffcc646036" providerId="ADAL" clId="{9C473F42-8651-48F0-9A12-1E00482D55E4}" dt="2026-03-11T07:37:45.097" v="117"/>
            <ac:spMkLst>
              <pc:docMk/>
              <pc:sldMasterMk cId="807597557" sldId="2147483648"/>
              <pc:sldLayoutMk cId="3033734781" sldId="2147483657"/>
              <ac:spMk id="7" creationId="{DCB4C9B4-8C68-9DEB-99E8-22705DEBEAD7}"/>
            </ac:spMkLst>
          </pc:spChg>
          <pc:spChg chg="add mod">
            <ac:chgData name="Yamini Pothana" userId="29d128bb-cdcd-48af-8374-f5ffcc646036" providerId="ADAL" clId="{9C473F42-8651-48F0-9A12-1E00482D55E4}" dt="2026-03-11T07:36:57.092" v="104"/>
            <ac:spMkLst>
              <pc:docMk/>
              <pc:sldMasterMk cId="807597557" sldId="2147483648"/>
              <pc:sldLayoutMk cId="3033734781" sldId="2147483657"/>
              <ac:spMk id="8" creationId="{CC41CDCE-C78D-CD6E-3F94-3FE440C327C9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06.395" v="106"/>
          <pc:sldLayoutMkLst>
            <pc:docMk/>
            <pc:sldMasterMk cId="807597557" sldId="2147483648"/>
            <pc:sldLayoutMk cId="1119349048" sldId="2147483658"/>
          </pc:sldLayoutMkLst>
          <pc:spChg chg="del">
            <ac:chgData name="Yamini Pothana" userId="29d128bb-cdcd-48af-8374-f5ffcc646036" providerId="ADAL" clId="{9C473F42-8651-48F0-9A12-1E00482D55E4}" dt="2026-03-11T07:37:06.395" v="106"/>
            <ac:spMkLst>
              <pc:docMk/>
              <pc:sldMasterMk cId="807597557" sldId="2147483648"/>
              <pc:sldLayoutMk cId="1119349048" sldId="2147483658"/>
              <ac:spMk id="4" creationId="{3F3B9876-9287-DF2F-5B2C-C8D22FAAE9BD}"/>
            </ac:spMkLst>
          </pc:spChg>
          <pc:spChg chg="del">
            <ac:chgData name="Yamini Pothana" userId="29d128bb-cdcd-48af-8374-f5ffcc646036" providerId="ADAL" clId="{9C473F42-8651-48F0-9A12-1E00482D55E4}" dt="2026-03-11T07:37:06.395" v="106"/>
            <ac:spMkLst>
              <pc:docMk/>
              <pc:sldMasterMk cId="807597557" sldId="2147483648"/>
              <pc:sldLayoutMk cId="1119349048" sldId="2147483658"/>
              <ac:spMk id="5" creationId="{9BAD7F59-FA45-8D6D-2BDC-FC779A971820}"/>
            </ac:spMkLst>
          </pc:spChg>
          <pc:spChg chg="del">
            <ac:chgData name="Yamini Pothana" userId="29d128bb-cdcd-48af-8374-f5ffcc646036" providerId="ADAL" clId="{9C473F42-8651-48F0-9A12-1E00482D55E4}" dt="2026-03-11T07:37:06.395" v="106"/>
            <ac:spMkLst>
              <pc:docMk/>
              <pc:sldMasterMk cId="807597557" sldId="2147483648"/>
              <pc:sldLayoutMk cId="1119349048" sldId="2147483658"/>
              <ac:spMk id="6" creationId="{588B4E23-EBD6-3716-45FE-D48A84AA8947}"/>
            </ac:spMkLst>
          </pc:spChg>
          <pc:spChg chg="add mod">
            <ac:chgData name="Yamini Pothana" userId="29d128bb-cdcd-48af-8374-f5ffcc646036" providerId="ADAL" clId="{9C473F42-8651-48F0-9A12-1E00482D55E4}" dt="2026-03-11T07:36:59.284" v="105"/>
            <ac:spMkLst>
              <pc:docMk/>
              <pc:sldMasterMk cId="807597557" sldId="2147483648"/>
              <pc:sldLayoutMk cId="1119349048" sldId="2147483658"/>
              <ac:spMk id="7" creationId="{C996DF3D-219B-45C7-84E3-03F7B7C1916F}"/>
            </ac:spMkLst>
          </pc:spChg>
        </pc:sldLayoutChg>
        <pc:sldLayoutChg chg="addSp delSp modSp">
          <pc:chgData name="Yamini Pothana" userId="29d128bb-cdcd-48af-8374-f5ffcc646036" providerId="ADAL" clId="{9C473F42-8651-48F0-9A12-1E00482D55E4}" dt="2026-03-11T07:37:50.730" v="119"/>
          <pc:sldLayoutMkLst>
            <pc:docMk/>
            <pc:sldMasterMk cId="807597557" sldId="2147483648"/>
            <pc:sldLayoutMk cId="2309481611" sldId="2147483659"/>
          </pc:sldLayoutMkLst>
          <pc:spChg chg="del">
            <ac:chgData name="Yamini Pothana" userId="29d128bb-cdcd-48af-8374-f5ffcc646036" providerId="ADAL" clId="{9C473F42-8651-48F0-9A12-1E00482D55E4}" dt="2026-03-11T07:37:49.972" v="118"/>
            <ac:spMkLst>
              <pc:docMk/>
              <pc:sldMasterMk cId="807597557" sldId="2147483648"/>
              <pc:sldLayoutMk cId="2309481611" sldId="2147483659"/>
              <ac:spMk id="4" creationId="{98745472-E5B4-1E3A-529C-C0A4ED09238E}"/>
            </ac:spMkLst>
          </pc:spChg>
          <pc:spChg chg="del">
            <ac:chgData name="Yamini Pothana" userId="29d128bb-cdcd-48af-8374-f5ffcc646036" providerId="ADAL" clId="{9C473F42-8651-48F0-9A12-1E00482D55E4}" dt="2026-03-11T07:37:49.972" v="118"/>
            <ac:spMkLst>
              <pc:docMk/>
              <pc:sldMasterMk cId="807597557" sldId="2147483648"/>
              <pc:sldLayoutMk cId="2309481611" sldId="2147483659"/>
              <ac:spMk id="5" creationId="{3D016329-7CCE-6DFE-29CF-7CA1ED8E5012}"/>
            </ac:spMkLst>
          </pc:spChg>
          <pc:spChg chg="del">
            <ac:chgData name="Yamini Pothana" userId="29d128bb-cdcd-48af-8374-f5ffcc646036" providerId="ADAL" clId="{9C473F42-8651-48F0-9A12-1E00482D55E4}" dt="2026-03-11T07:37:49.972" v="118"/>
            <ac:spMkLst>
              <pc:docMk/>
              <pc:sldMasterMk cId="807597557" sldId="2147483648"/>
              <pc:sldLayoutMk cId="2309481611" sldId="2147483659"/>
              <ac:spMk id="6" creationId="{9ADB3069-DA27-9FCF-A642-5B077FBA0DAC}"/>
            </ac:spMkLst>
          </pc:spChg>
          <pc:spChg chg="add mod">
            <ac:chgData name="Yamini Pothana" userId="29d128bb-cdcd-48af-8374-f5ffcc646036" providerId="ADAL" clId="{9C473F42-8651-48F0-9A12-1E00482D55E4}" dt="2026-03-11T07:37:50.730" v="119"/>
            <ac:spMkLst>
              <pc:docMk/>
              <pc:sldMasterMk cId="807597557" sldId="2147483648"/>
              <pc:sldLayoutMk cId="2309481611" sldId="2147483659"/>
              <ac:spMk id="7" creationId="{AB63C56E-3B16-3202-8F9A-E3FF1347E5D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41159-92DF-4565-A01D-D0D755E5FF0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A593E-6842-452B-8858-38D0D316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91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A593E-6842-452B-8858-38D0D316A3B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38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7FB2-DB3B-F310-5029-F8B867A7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BD709-0A03-F861-7A5F-150BF4CB1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9" name="Google Shape;17;p8">
            <a:extLst>
              <a:ext uri="{FF2B5EF4-FFF2-40B4-BE49-F238E27FC236}">
                <a16:creationId xmlns:a16="http://schemas.microsoft.com/office/drawing/2014/main" id="{E8690024-4379-AEA6-0E13-78623B4FEF79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1171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242B-D064-9921-6165-EA438E33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0248-68EE-6D11-7588-541531954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Google Shape;17;p8">
            <a:extLst>
              <a:ext uri="{FF2B5EF4-FFF2-40B4-BE49-F238E27FC236}">
                <a16:creationId xmlns:a16="http://schemas.microsoft.com/office/drawing/2014/main" id="{1A35E279-CB2F-3E65-3245-147F487775EC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97093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D4BA-36FF-B840-5CE9-60519C00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19E50-3EE8-FB28-46BA-940B3DE1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Google Shape;17;p8">
            <a:extLst>
              <a:ext uri="{FF2B5EF4-FFF2-40B4-BE49-F238E27FC236}">
                <a16:creationId xmlns:a16="http://schemas.microsoft.com/office/drawing/2014/main" id="{F1AC3892-26F1-3DCA-076E-5AB1C6CC358B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59971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72F4-A15E-BB4C-98F8-9AD2FCDF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32F63-F481-D0C0-CD3F-2512DA22B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5B7CD-F9D2-454E-E8B5-F6CA2E2F8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Google Shape;17;p8">
            <a:extLst>
              <a:ext uri="{FF2B5EF4-FFF2-40B4-BE49-F238E27FC236}">
                <a16:creationId xmlns:a16="http://schemas.microsoft.com/office/drawing/2014/main" id="{8D5D3710-A7FC-96F5-8334-7E37D307B236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63749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2960-368A-7B37-C4F5-3686AFA7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62961-C439-23D8-7765-35B1B672D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2E44D-E56A-D8B8-0C5F-BC33CD2D3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52CD9F-D353-8917-D6B7-98F3973A7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3B447-F8DB-091C-2945-24940320A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Google Shape;17;p8">
            <a:extLst>
              <a:ext uri="{FF2B5EF4-FFF2-40B4-BE49-F238E27FC236}">
                <a16:creationId xmlns:a16="http://schemas.microsoft.com/office/drawing/2014/main" id="{1B4F7D2A-36C7-74C2-C5EC-0C2D3D1CF02C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96794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66C7-779A-D8A9-06BD-33E64E41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Google Shape;17;p8">
            <a:extLst>
              <a:ext uri="{FF2B5EF4-FFF2-40B4-BE49-F238E27FC236}">
                <a16:creationId xmlns:a16="http://schemas.microsoft.com/office/drawing/2014/main" id="{13BA820C-BDEC-5B31-51A7-ABC77629D8E6}"/>
              </a:ext>
            </a:extLst>
          </p:cNvPr>
          <p:cNvSpPr txBox="1"/>
          <p:nvPr userDrawn="1"/>
        </p:nvSpPr>
        <p:spPr>
          <a:xfrm>
            <a:off x="270368" y="6605975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72394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7C091-AAA1-29A2-818F-96393379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6600" y="6356348"/>
            <a:ext cx="2743200" cy="365125"/>
          </a:xfrm>
        </p:spPr>
        <p:txBody>
          <a:bodyPr/>
          <a:lstStyle/>
          <a:p>
            <a:fld id="{B4E20C50-F72C-4B52-A518-827C81C60C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0BEFFB-5969-1B4D-3681-A4CEE632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8DF3D-8C2A-61B3-DEE6-1616767E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D8E-4D0E-4167-9951-F400E0C5A10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Google Shape;17;p8">
            <a:extLst>
              <a:ext uri="{FF2B5EF4-FFF2-40B4-BE49-F238E27FC236}">
                <a16:creationId xmlns:a16="http://schemas.microsoft.com/office/drawing/2014/main" id="{73B0F23E-1FFC-CE14-D219-1BA5316EB291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87954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A12F-5FA1-EBCD-732D-D989B16A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44F9-434A-1EFF-2965-5AC59719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8E113-7F11-C460-3F85-8821FB257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Google Shape;17;p8">
            <a:extLst>
              <a:ext uri="{FF2B5EF4-FFF2-40B4-BE49-F238E27FC236}">
                <a16:creationId xmlns:a16="http://schemas.microsoft.com/office/drawing/2014/main" id="{66104BB4-16F9-739F-4E2F-658AF68176F4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49024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7A0D-FEB8-856C-CE66-B5BE31D0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5AA2BC-BD96-43BE-85B6-7B195D945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94ADA-B632-57D4-2473-32323A750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Google Shape;17;p8">
            <a:extLst>
              <a:ext uri="{FF2B5EF4-FFF2-40B4-BE49-F238E27FC236}">
                <a16:creationId xmlns:a16="http://schemas.microsoft.com/office/drawing/2014/main" id="{CC41CDCE-C78D-CD6E-3F94-3FE440C327C9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3373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D389-A56B-88A3-7E5F-E0F60421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2893B-9A31-2C60-9BE1-C7300A527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Google Shape;17;p8">
            <a:extLst>
              <a:ext uri="{FF2B5EF4-FFF2-40B4-BE49-F238E27FC236}">
                <a16:creationId xmlns:a16="http://schemas.microsoft.com/office/drawing/2014/main" id="{C996DF3D-219B-45C7-84E3-03F7B7C1916F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11934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2D39A-173D-8DA4-3F0A-1731350F2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F28BE-F85E-3D2B-F3E6-7F1188805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Google Shape;17;p8">
            <a:extLst>
              <a:ext uri="{FF2B5EF4-FFF2-40B4-BE49-F238E27FC236}">
                <a16:creationId xmlns:a16="http://schemas.microsoft.com/office/drawing/2014/main" id="{AB63C56E-3B16-3202-8F9A-E3FF1347E5DC}"/>
              </a:ext>
            </a:extLst>
          </p:cNvPr>
          <p:cNvSpPr txBox="1"/>
          <p:nvPr userDrawn="1"/>
        </p:nvSpPr>
        <p:spPr>
          <a:xfrm>
            <a:off x="131823" y="6573256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</a:t>
            </a:r>
            <a:r>
              <a:rPr lang="en-US" sz="750" b="0" i="0" u="none" strike="noStrike" cap="none" dirty="0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 dirty="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30948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11CA1-130E-4BFB-B95B-4F196D10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6C140-E795-360D-5923-CA58F9087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9BCC5-AE00-52B4-C096-DA1F1D926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20C50-F72C-4B52-A518-827C81C60C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A0230-FE34-A381-C897-09F11DDDF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1AC33-877B-A4F8-2C9D-1BF82E04F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12D8E-4D0E-4167-9951-F400E0C5A10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oogle Shape;13;p6">
            <a:extLst>
              <a:ext uri="{FF2B5EF4-FFF2-40B4-BE49-F238E27FC236}">
                <a16:creationId xmlns:a16="http://schemas.microsoft.com/office/drawing/2014/main" id="{721DF439-E1BE-FFC6-E20B-BFF3579175F1}"/>
              </a:ext>
            </a:extLst>
          </p:cNvPr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535096" y="92869"/>
            <a:ext cx="137879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759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6B86-32ED-FF83-83E4-F12D2591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44D399-4CEA-2735-7683-3F2EFF5ED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enorite" panose="00000500000000000000" pitchFamily="2" charset="0"/>
              </a:rPr>
              <a:t>Databricks Health care POC Demo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5681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4146F20-AE7B-46E9-C55F-C70A39956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3561" y="3628102"/>
            <a:ext cx="2084438" cy="38345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 - Yamini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A82880-76E2-8E38-727D-74ADEE18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33" y="934498"/>
            <a:ext cx="10287000" cy="5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5867C7-D4AE-8412-9B1A-AB227BBDBB78}"/>
              </a:ext>
            </a:extLst>
          </p:cNvPr>
          <p:cNvSpPr txBox="1"/>
          <p:nvPr/>
        </p:nvSpPr>
        <p:spPr>
          <a:xfrm>
            <a:off x="751533" y="346668"/>
            <a:ext cx="405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Introduction:</a:t>
            </a:r>
          </a:p>
        </p:txBody>
      </p:sp>
    </p:spTree>
    <p:extLst>
      <p:ext uri="{BB962C8B-B14F-4D97-AF65-F5344CB8AC3E}">
        <p14:creationId xmlns:p14="http://schemas.microsoft.com/office/powerpoint/2010/main" val="118495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FC26-8400-50E3-7D05-27ACD5A5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9459D7-F4F6-3308-B6AA-422CD9D79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enorite" panose="00000500000000000000" pitchFamily="2" charset="0"/>
              </a:rPr>
              <a:t>Real-Time Claims Adjudication System</a:t>
            </a:r>
            <a:endParaRPr lang="en-IN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69F071A-5302-2E75-A25E-BC2467C82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3561" y="3628102"/>
            <a:ext cx="2084438" cy="38345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 - Yamini</a:t>
            </a:r>
          </a:p>
        </p:txBody>
      </p:sp>
    </p:spTree>
    <p:extLst>
      <p:ext uri="{BB962C8B-B14F-4D97-AF65-F5344CB8AC3E}">
        <p14:creationId xmlns:p14="http://schemas.microsoft.com/office/powerpoint/2010/main" val="309598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1F59-E723-8788-54D7-E0D441E4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CC5F-3A8F-1C7A-DD7F-BA583B85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117"/>
            <a:ext cx="10515600" cy="491612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Real-Time Claims Adjudication System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06746-63A3-AFC4-7DAD-7E9B02CB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5883"/>
            <a:ext cx="10515600" cy="3591079"/>
          </a:xfrm>
        </p:spPr>
        <p:txBody>
          <a:bodyPr/>
          <a:lstStyle/>
          <a:p>
            <a:pPr marL="0" indent="0">
              <a:buNone/>
            </a:pPr>
            <a:br>
              <a:rPr lang="en-IN" dirty="0">
                <a:latin typeface="Tenorite" panose="00000500000000000000" pitchFamily="2" charset="0"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2D4BF-92EA-47C3-7C3A-4E0DFB9E36A4}"/>
              </a:ext>
            </a:extLst>
          </p:cNvPr>
          <p:cNvSpPr txBox="1"/>
          <p:nvPr/>
        </p:nvSpPr>
        <p:spPr>
          <a:xfrm>
            <a:off x="769374" y="1042219"/>
            <a:ext cx="49824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enorite" panose="00000500000000000000" pitchFamily="2" charset="0"/>
              </a:rPr>
              <a:t>POC Overview:</a:t>
            </a:r>
          </a:p>
          <a:p>
            <a:r>
              <a:rPr lang="en-US" sz="1400" dirty="0">
                <a:latin typeface="Tenorite" panose="00000500000000000000" pitchFamily="2" charset="0"/>
              </a:rPr>
              <a:t>Build a data pipeline that processes healthcare claims, validates eligibility, calculates payer liability, and determines approval or rejection.</a:t>
            </a:r>
            <a:endParaRPr lang="en-IN" sz="1400" dirty="0">
              <a:latin typeface="Tenorite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EC337-2785-76BA-A38C-E923B943F678}"/>
              </a:ext>
            </a:extLst>
          </p:cNvPr>
          <p:cNvSpPr txBox="1"/>
          <p:nvPr/>
        </p:nvSpPr>
        <p:spPr>
          <a:xfrm>
            <a:off x="5889523" y="1042219"/>
            <a:ext cx="5230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enorite" panose="00000500000000000000" pitchFamily="2" charset="0"/>
              </a:rPr>
              <a:t>Technology Stack:</a:t>
            </a:r>
          </a:p>
          <a:p>
            <a:endParaRPr lang="en-IN" b="1" dirty="0">
              <a:latin typeface="Tenorite" panose="00000500000000000000" pitchFamily="2" charset="0"/>
            </a:endParaRPr>
          </a:p>
          <a:p>
            <a:r>
              <a:rPr lang="en-IN" dirty="0">
                <a:latin typeface="Tenorite" panose="00000500000000000000" pitchFamily="2" charset="0"/>
              </a:rPr>
              <a:t> </a:t>
            </a:r>
          </a:p>
          <a:p>
            <a:endParaRPr lang="en-IN" dirty="0">
              <a:latin typeface="Tenorite" panose="00000500000000000000" pitchFamily="2" charset="0"/>
            </a:endParaRPr>
          </a:p>
        </p:txBody>
      </p:sp>
      <p:pic>
        <p:nvPicPr>
          <p:cNvPr id="1026" name="Picture 2" descr="Databricks Logo and symbol, meaning ...">
            <a:extLst>
              <a:ext uri="{FF2B5EF4-FFF2-40B4-BE49-F238E27FC236}">
                <a16:creationId xmlns:a16="http://schemas.microsoft.com/office/drawing/2014/main" id="{C76FABBB-E04C-B3B3-771E-FF7B6DE57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523" y="1568245"/>
            <a:ext cx="757083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QL Database (generic) | Microsoft ...">
            <a:extLst>
              <a:ext uri="{FF2B5EF4-FFF2-40B4-BE49-F238E27FC236}">
                <a16:creationId xmlns:a16="http://schemas.microsoft.com/office/drawing/2014/main" id="{13637F2D-E51C-E958-F1B9-BD25FDFC9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682" y="1568245"/>
            <a:ext cx="403123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ower BI Icon SVG Vector &amp; PNG Free ...">
            <a:extLst>
              <a:ext uri="{FF2B5EF4-FFF2-40B4-BE49-F238E27FC236}">
                <a16:creationId xmlns:a16="http://schemas.microsoft.com/office/drawing/2014/main" id="{854B763C-02D8-5C51-DD54-802B6D12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037" y="1568245"/>
            <a:ext cx="521111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89D06C-3CA9-3866-5D60-6FADE3937437}"/>
              </a:ext>
            </a:extLst>
          </p:cNvPr>
          <p:cNvSpPr txBox="1"/>
          <p:nvPr/>
        </p:nvSpPr>
        <p:spPr>
          <a:xfrm>
            <a:off x="838200" y="2702564"/>
            <a:ext cx="1074773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enorite" panose="00000500000000000000" pitchFamily="2" charset="0"/>
              </a:rPr>
              <a:t>Problem Statement</a:t>
            </a:r>
          </a:p>
          <a:p>
            <a:r>
              <a:rPr lang="en-US" sz="1400" dirty="0">
                <a:latin typeface="Tenorite" panose="00000500000000000000" pitchFamily="2" charset="0"/>
              </a:rPr>
              <a:t>Healthcare insurance systems handle thousands of claims daily. Traditional claim processing often faces several challenges:</a:t>
            </a:r>
          </a:p>
          <a:p>
            <a:r>
              <a:rPr lang="en-US" sz="1400" dirty="0">
                <a:latin typeface="Tenorite" panose="00000500000000000000" pitchFamily="2" charset="0"/>
              </a:rPr>
              <a:t>• Manual verification of policy eligibility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Delays in claim approvals and payments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Lack of centralized analytics for insurers and hospitals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Difficulty tracking claim settlements and liabilities</a:t>
            </a:r>
          </a:p>
          <a:p>
            <a:endParaRPr lang="en-US" sz="1400" dirty="0">
              <a:latin typeface="Tenorite" panose="00000500000000000000" pitchFamily="2" charset="0"/>
            </a:endParaRPr>
          </a:p>
          <a:p>
            <a:r>
              <a:rPr lang="en-US" sz="1400" dirty="0">
                <a:latin typeface="Tenorite" panose="00000500000000000000" pitchFamily="2" charset="0"/>
              </a:rPr>
              <a:t>These issues result in:</a:t>
            </a:r>
          </a:p>
          <a:p>
            <a:r>
              <a:rPr lang="en-US" sz="1400" dirty="0">
                <a:latin typeface="Tenorite" panose="00000500000000000000" pitchFamily="2" charset="0"/>
              </a:rPr>
              <a:t>• Slow claim processing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Increased operational costs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Reduced transparency in claim settlements</a:t>
            </a:r>
          </a:p>
          <a:p>
            <a:endParaRPr lang="en-IN" sz="1400" dirty="0"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696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0EAF-8789-273A-DA49-736E91FA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E429-6F21-F722-70E7-2209B33F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870"/>
            <a:ext cx="10515600" cy="491612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Business Use Case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30CE1D-344D-53E6-718B-F1FC8DF3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0039"/>
            <a:ext cx="10704871" cy="5006924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enorite" panose="00000500000000000000" pitchFamily="2" charset="0"/>
              </a:rPr>
              <a:t>The </a:t>
            </a:r>
            <a:r>
              <a:rPr lang="en-US" sz="1400" b="1" dirty="0">
                <a:latin typeface="Tenorite" panose="00000500000000000000" pitchFamily="2" charset="0"/>
              </a:rPr>
              <a:t>Real-Time Claims Adjudication System</a:t>
            </a:r>
            <a:r>
              <a:rPr lang="en-US" sz="1400" dirty="0">
                <a:latin typeface="Tenorite" panose="00000500000000000000" pitchFamily="2" charset="0"/>
              </a:rPr>
              <a:t> processes healthcare claims submitted by hospitals and determines their approval status based on insurance policy rules.</a:t>
            </a:r>
          </a:p>
          <a:p>
            <a:r>
              <a:rPr lang="en-US" sz="1600" b="1" dirty="0">
                <a:latin typeface="Tenorite" panose="00000500000000000000" pitchFamily="2" charset="0"/>
              </a:rPr>
              <a:t>Key Objectives</a:t>
            </a:r>
          </a:p>
          <a:p>
            <a:pPr marL="0" indent="0">
              <a:buNone/>
            </a:pPr>
            <a:r>
              <a:rPr lang="en-US" sz="1400" dirty="0">
                <a:latin typeface="Tenorite" panose="00000500000000000000" pitchFamily="2" charset="0"/>
              </a:rPr>
              <a:t>   • Validate patient eligibility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   • Verify policy coverage limits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   • Calculate payer liability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   • Approve or reject claims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   • Generate payment instructions</a:t>
            </a:r>
          </a:p>
          <a:p>
            <a:endParaRPr lang="en-US" sz="1400" dirty="0">
              <a:latin typeface="Tenorite" panose="00000500000000000000" pitchFamily="2" charset="0"/>
            </a:endParaRPr>
          </a:p>
          <a:p>
            <a:endParaRPr lang="en-IN" sz="1400" dirty="0">
              <a:latin typeface="Tenorite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2BD69-C21B-F954-CA1C-CD8C9F66EE55}"/>
              </a:ext>
            </a:extLst>
          </p:cNvPr>
          <p:cNvSpPr txBox="1"/>
          <p:nvPr/>
        </p:nvSpPr>
        <p:spPr>
          <a:xfrm>
            <a:off x="5869654" y="1828735"/>
            <a:ext cx="489154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enorite" panose="00000500000000000000" pitchFamily="2" charset="0"/>
              </a:rPr>
              <a:t>Business Value</a:t>
            </a:r>
          </a:p>
          <a:p>
            <a:r>
              <a:rPr lang="en-US" sz="1400" dirty="0">
                <a:latin typeface="Tenorite" panose="00000500000000000000" pitchFamily="2" charset="0"/>
              </a:rPr>
              <a:t>• Faster claim processing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Reduced manual effort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Improved operational efficiency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Better visibility for insurers and hospitals</a:t>
            </a:r>
          </a:p>
          <a:p>
            <a:endParaRPr lang="en-IN" sz="1400" dirty="0"/>
          </a:p>
        </p:txBody>
      </p:sp>
      <p:pic>
        <p:nvPicPr>
          <p:cNvPr id="10" name="Picture 2" descr="Source code - Free files and folders icons">
            <a:extLst>
              <a:ext uri="{FF2B5EF4-FFF2-40B4-BE49-F238E27FC236}">
                <a16:creationId xmlns:a16="http://schemas.microsoft.com/office/drawing/2014/main" id="{8F5E83DC-FC4C-018C-33FA-415EABE3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67" y="4618524"/>
            <a:ext cx="1125755" cy="88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A3E03E-21FA-8CE1-7226-9C9DB73C48FA}"/>
              </a:ext>
            </a:extLst>
          </p:cNvPr>
          <p:cNvGrpSpPr/>
          <p:nvPr/>
        </p:nvGrpSpPr>
        <p:grpSpPr>
          <a:xfrm>
            <a:off x="2658488" y="4697266"/>
            <a:ext cx="1103251" cy="914400"/>
            <a:chOff x="2767771" y="2147416"/>
            <a:chExt cx="1103251" cy="914400"/>
          </a:xfrm>
        </p:grpSpPr>
        <p:sp>
          <p:nvSpPr>
            <p:cNvPr id="12" name="Flowchart: Direct Access Storage 11">
              <a:extLst>
                <a:ext uri="{FF2B5EF4-FFF2-40B4-BE49-F238E27FC236}">
                  <a16:creationId xmlns:a16="http://schemas.microsoft.com/office/drawing/2014/main" id="{68B7DC78-5C9C-B2B6-7333-8FE4FAF8BF51}"/>
                </a:ext>
              </a:extLst>
            </p:cNvPr>
            <p:cNvSpPr/>
            <p:nvPr/>
          </p:nvSpPr>
          <p:spPr>
            <a:xfrm rot="16200000">
              <a:off x="2838023" y="2138288"/>
              <a:ext cx="914400" cy="932655"/>
            </a:xfrm>
            <a:prstGeom prst="flowChartMagneticDrum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6F80FA-27F2-35C6-0F8D-E4870ADA3EE7}"/>
                </a:ext>
              </a:extLst>
            </p:cNvPr>
            <p:cNvSpPr txBox="1"/>
            <p:nvPr/>
          </p:nvSpPr>
          <p:spPr>
            <a:xfrm>
              <a:off x="2767771" y="2510802"/>
              <a:ext cx="1103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>
                  <a:latin typeface="Tenorite" panose="00000500000000000000" pitchFamily="2" charset="0"/>
                </a:rPr>
                <a:t>DB Volumes</a:t>
              </a:r>
            </a:p>
          </p:txBody>
        </p:sp>
      </p:grpSp>
      <p:pic>
        <p:nvPicPr>
          <p:cNvPr id="14" name="Picture 4" descr="Brown database 5 icon - Free brown ...">
            <a:extLst>
              <a:ext uri="{FF2B5EF4-FFF2-40B4-BE49-F238E27FC236}">
                <a16:creationId xmlns:a16="http://schemas.microsoft.com/office/drawing/2014/main" id="{A906CC87-75BD-9723-87DF-74D71BBB0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36" y="4641475"/>
            <a:ext cx="914400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Silver database 5 icon - Free silver ...">
            <a:extLst>
              <a:ext uri="{FF2B5EF4-FFF2-40B4-BE49-F238E27FC236}">
                <a16:creationId xmlns:a16="http://schemas.microsoft.com/office/drawing/2014/main" id="{02C1DCEF-B094-1CCF-7C95-27BF90678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163" y="4678736"/>
            <a:ext cx="853277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9084A0-FD47-5B9C-080A-29F96297338D}"/>
              </a:ext>
            </a:extLst>
          </p:cNvPr>
          <p:cNvCxnSpPr/>
          <p:nvPr/>
        </p:nvCxnSpPr>
        <p:spPr>
          <a:xfrm>
            <a:off x="3808715" y="5135936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BFBF62-2671-63EC-6664-EE7BF060A64D}"/>
              </a:ext>
            </a:extLst>
          </p:cNvPr>
          <p:cNvCxnSpPr/>
          <p:nvPr/>
        </p:nvCxnSpPr>
        <p:spPr>
          <a:xfrm>
            <a:off x="5316665" y="5160393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793432-C1F7-F4C0-7D4F-A4C2DE06877A}"/>
              </a:ext>
            </a:extLst>
          </p:cNvPr>
          <p:cNvCxnSpPr/>
          <p:nvPr/>
        </p:nvCxnSpPr>
        <p:spPr>
          <a:xfrm>
            <a:off x="1947820" y="5092396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E02D3E-D5FE-E3A0-FCA1-D105AA12E6B0}"/>
              </a:ext>
            </a:extLst>
          </p:cNvPr>
          <p:cNvCxnSpPr/>
          <p:nvPr/>
        </p:nvCxnSpPr>
        <p:spPr>
          <a:xfrm>
            <a:off x="6883440" y="5166671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8" descr="Database - Free icons">
            <a:extLst>
              <a:ext uri="{FF2B5EF4-FFF2-40B4-BE49-F238E27FC236}">
                <a16:creationId xmlns:a16="http://schemas.microsoft.com/office/drawing/2014/main" id="{C456AA63-93FA-8D7E-99B9-9EC2FA51D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196" y="4709120"/>
            <a:ext cx="1013515" cy="90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B1F652-6B55-D54C-198C-F0BACA5E4F15}"/>
              </a:ext>
            </a:extLst>
          </p:cNvPr>
          <p:cNvCxnSpPr/>
          <p:nvPr/>
        </p:nvCxnSpPr>
        <p:spPr>
          <a:xfrm>
            <a:off x="8349817" y="5172949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10" descr="Dashboard - Free seo and web icons">
            <a:extLst>
              <a:ext uri="{FF2B5EF4-FFF2-40B4-BE49-F238E27FC236}">
                <a16:creationId xmlns:a16="http://schemas.microsoft.com/office/drawing/2014/main" id="{B66C4C25-D209-3314-A8A1-D1503DB25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67" y="4728305"/>
            <a:ext cx="1172901" cy="96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2F36260-0992-F700-3B4F-7A6D584A5F1D}"/>
              </a:ext>
            </a:extLst>
          </p:cNvPr>
          <p:cNvSpPr txBox="1"/>
          <p:nvPr/>
        </p:nvSpPr>
        <p:spPr>
          <a:xfrm>
            <a:off x="4468405" y="5806432"/>
            <a:ext cx="703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Bronze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0D09A0-D740-1372-3D15-F21A17B6413D}"/>
              </a:ext>
            </a:extLst>
          </p:cNvPr>
          <p:cNvSpPr txBox="1"/>
          <p:nvPr/>
        </p:nvSpPr>
        <p:spPr>
          <a:xfrm>
            <a:off x="6105070" y="5806432"/>
            <a:ext cx="604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Silver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D9CF30-272A-1B48-FC8E-E4B16DED3F52}"/>
              </a:ext>
            </a:extLst>
          </p:cNvPr>
          <p:cNvSpPr txBox="1"/>
          <p:nvPr/>
        </p:nvSpPr>
        <p:spPr>
          <a:xfrm>
            <a:off x="7646355" y="5806432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Gold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33A25A-2264-E3B8-3CB1-BB772A685138}"/>
              </a:ext>
            </a:extLst>
          </p:cNvPr>
          <p:cNvSpPr txBox="1"/>
          <p:nvPr/>
        </p:nvSpPr>
        <p:spPr>
          <a:xfrm>
            <a:off x="9358650" y="5806432"/>
            <a:ext cx="777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Reports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4879AF-C8DF-11E3-2BCF-E569C536DB37}"/>
              </a:ext>
            </a:extLst>
          </p:cNvPr>
          <p:cNvSpPr txBox="1"/>
          <p:nvPr/>
        </p:nvSpPr>
        <p:spPr>
          <a:xfrm>
            <a:off x="838199" y="5882727"/>
            <a:ext cx="1196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Source files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F081C2-23E6-A6DA-4C35-A0D1D3FB235B}"/>
              </a:ext>
            </a:extLst>
          </p:cNvPr>
          <p:cNvSpPr txBox="1"/>
          <p:nvPr/>
        </p:nvSpPr>
        <p:spPr>
          <a:xfrm>
            <a:off x="2858093" y="5821164"/>
            <a:ext cx="777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Source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C0D657-0504-393C-C46F-7092E12F96E5}"/>
              </a:ext>
            </a:extLst>
          </p:cNvPr>
          <p:cNvSpPr/>
          <p:nvPr/>
        </p:nvSpPr>
        <p:spPr>
          <a:xfrm>
            <a:off x="2658488" y="4065153"/>
            <a:ext cx="5811223" cy="236578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" descr="Databricks Logo and symbol, meaning ...">
            <a:extLst>
              <a:ext uri="{FF2B5EF4-FFF2-40B4-BE49-F238E27FC236}">
                <a16:creationId xmlns:a16="http://schemas.microsoft.com/office/drawing/2014/main" id="{60F9FF1D-3EA0-432A-2D58-FEC2DA42D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095" y="3861578"/>
            <a:ext cx="757083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3A5AAE9-C11C-34D6-5E4B-C40D25ED4354}"/>
              </a:ext>
            </a:extLst>
          </p:cNvPr>
          <p:cNvSpPr/>
          <p:nvPr/>
        </p:nvSpPr>
        <p:spPr>
          <a:xfrm>
            <a:off x="8922573" y="4065153"/>
            <a:ext cx="1590629" cy="236578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6" descr="Power BI Icon SVG Vector &amp; PNG Free ...">
            <a:extLst>
              <a:ext uri="{FF2B5EF4-FFF2-40B4-BE49-F238E27FC236}">
                <a16:creationId xmlns:a16="http://schemas.microsoft.com/office/drawing/2014/main" id="{190838D5-1636-3384-0E05-550E1EF4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170" y="3895642"/>
            <a:ext cx="521111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F34D38E-4F6F-A710-5F25-D1803DD40529}"/>
              </a:ext>
            </a:extLst>
          </p:cNvPr>
          <p:cNvSpPr txBox="1"/>
          <p:nvPr/>
        </p:nvSpPr>
        <p:spPr>
          <a:xfrm>
            <a:off x="808175" y="3343190"/>
            <a:ext cx="2154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Architecture:</a:t>
            </a:r>
          </a:p>
        </p:txBody>
      </p:sp>
    </p:spTree>
    <p:extLst>
      <p:ext uri="{BB962C8B-B14F-4D97-AF65-F5344CB8AC3E}">
        <p14:creationId xmlns:p14="http://schemas.microsoft.com/office/powerpoint/2010/main" val="297098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5F1D-2FD6-0887-8D41-6477BD1E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0CB3-264A-5299-AAB8-D25EF859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870"/>
            <a:ext cx="10515600" cy="491612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Architecture:</a:t>
            </a:r>
          </a:p>
        </p:txBody>
      </p:sp>
      <p:pic>
        <p:nvPicPr>
          <p:cNvPr id="10" name="Picture 2" descr="Source code - Free files and folders icons">
            <a:extLst>
              <a:ext uri="{FF2B5EF4-FFF2-40B4-BE49-F238E27FC236}">
                <a16:creationId xmlns:a16="http://schemas.microsoft.com/office/drawing/2014/main" id="{E7AF1E5C-FB8B-3BD2-98DD-3CAFBABDE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22575"/>
            <a:ext cx="1125755" cy="88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BA3414B-3E92-DB54-CE47-9A7177C06C12}"/>
              </a:ext>
            </a:extLst>
          </p:cNvPr>
          <p:cNvGrpSpPr/>
          <p:nvPr/>
        </p:nvGrpSpPr>
        <p:grpSpPr>
          <a:xfrm>
            <a:off x="2686321" y="2701317"/>
            <a:ext cx="1103251" cy="914400"/>
            <a:chOff x="2767771" y="2147416"/>
            <a:chExt cx="1103251" cy="914400"/>
          </a:xfrm>
        </p:grpSpPr>
        <p:sp>
          <p:nvSpPr>
            <p:cNvPr id="12" name="Flowchart: Direct Access Storage 11">
              <a:extLst>
                <a:ext uri="{FF2B5EF4-FFF2-40B4-BE49-F238E27FC236}">
                  <a16:creationId xmlns:a16="http://schemas.microsoft.com/office/drawing/2014/main" id="{4F785F33-8780-E72F-DB38-4C8EDE68C503}"/>
                </a:ext>
              </a:extLst>
            </p:cNvPr>
            <p:cNvSpPr/>
            <p:nvPr/>
          </p:nvSpPr>
          <p:spPr>
            <a:xfrm rot="16200000">
              <a:off x="2838023" y="2138288"/>
              <a:ext cx="914400" cy="932655"/>
            </a:xfrm>
            <a:prstGeom prst="flowChartMagneticDrum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9CEBC6-63D0-871D-497F-E7C516BC3162}"/>
                </a:ext>
              </a:extLst>
            </p:cNvPr>
            <p:cNvSpPr txBox="1"/>
            <p:nvPr/>
          </p:nvSpPr>
          <p:spPr>
            <a:xfrm>
              <a:off x="2767771" y="2510802"/>
              <a:ext cx="1103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>
                  <a:latin typeface="Tenorite" panose="00000500000000000000" pitchFamily="2" charset="0"/>
                </a:rPr>
                <a:t>DB Volumes</a:t>
              </a:r>
            </a:p>
          </p:txBody>
        </p:sp>
      </p:grpSp>
      <p:pic>
        <p:nvPicPr>
          <p:cNvPr id="14" name="Picture 4" descr="Brown database 5 icon - Free brown ...">
            <a:extLst>
              <a:ext uri="{FF2B5EF4-FFF2-40B4-BE49-F238E27FC236}">
                <a16:creationId xmlns:a16="http://schemas.microsoft.com/office/drawing/2014/main" id="{D39A4535-E46F-8CE6-4D44-335556049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769" y="2645526"/>
            <a:ext cx="914400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Silver database 5 icon - Free silver ...">
            <a:extLst>
              <a:ext uri="{FF2B5EF4-FFF2-40B4-BE49-F238E27FC236}">
                <a16:creationId xmlns:a16="http://schemas.microsoft.com/office/drawing/2014/main" id="{C1DA2487-F2D8-317B-4F26-838A43272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96" y="2682787"/>
            <a:ext cx="853277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4DCC69-2688-2647-680F-BAE84D1B4D7F}"/>
              </a:ext>
            </a:extLst>
          </p:cNvPr>
          <p:cNvCxnSpPr/>
          <p:nvPr/>
        </p:nvCxnSpPr>
        <p:spPr>
          <a:xfrm>
            <a:off x="3836548" y="3139987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08F793-79DD-9970-BDFE-81F4C764AE87}"/>
              </a:ext>
            </a:extLst>
          </p:cNvPr>
          <p:cNvCxnSpPr/>
          <p:nvPr/>
        </p:nvCxnSpPr>
        <p:spPr>
          <a:xfrm>
            <a:off x="5344498" y="3164444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062A38-1546-0BD9-23DC-9D783BFE5E67}"/>
              </a:ext>
            </a:extLst>
          </p:cNvPr>
          <p:cNvCxnSpPr/>
          <p:nvPr/>
        </p:nvCxnSpPr>
        <p:spPr>
          <a:xfrm>
            <a:off x="1975653" y="3096447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EEE911-8278-8532-2B07-FD6D9FD78F28}"/>
              </a:ext>
            </a:extLst>
          </p:cNvPr>
          <p:cNvCxnSpPr/>
          <p:nvPr/>
        </p:nvCxnSpPr>
        <p:spPr>
          <a:xfrm>
            <a:off x="6911273" y="3170722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8" descr="Database - Free icons">
            <a:extLst>
              <a:ext uri="{FF2B5EF4-FFF2-40B4-BE49-F238E27FC236}">
                <a16:creationId xmlns:a16="http://schemas.microsoft.com/office/drawing/2014/main" id="{405B07F7-EC43-DA1F-D889-9A40B31F2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029" y="2713171"/>
            <a:ext cx="1013515" cy="90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E538E9-A0A5-5E8E-8C6C-34B60A863F66}"/>
              </a:ext>
            </a:extLst>
          </p:cNvPr>
          <p:cNvCxnSpPr/>
          <p:nvPr/>
        </p:nvCxnSpPr>
        <p:spPr>
          <a:xfrm>
            <a:off x="8377650" y="3177000"/>
            <a:ext cx="572756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10" descr="Dashboard - Free seo and web icons">
            <a:extLst>
              <a:ext uri="{FF2B5EF4-FFF2-40B4-BE49-F238E27FC236}">
                <a16:creationId xmlns:a16="http://schemas.microsoft.com/office/drawing/2014/main" id="{33A7D9CE-F466-E42F-D6A2-698C9EA73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300" y="2732356"/>
            <a:ext cx="1172901" cy="96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06DA1A-ABD3-3D59-A85F-3C1A6857603F}"/>
              </a:ext>
            </a:extLst>
          </p:cNvPr>
          <p:cNvSpPr txBox="1"/>
          <p:nvPr/>
        </p:nvSpPr>
        <p:spPr>
          <a:xfrm>
            <a:off x="4496238" y="3810483"/>
            <a:ext cx="703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Bronze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FCBE21-54D2-FD4A-8536-D7C4B76B39B8}"/>
              </a:ext>
            </a:extLst>
          </p:cNvPr>
          <p:cNvSpPr txBox="1"/>
          <p:nvPr/>
        </p:nvSpPr>
        <p:spPr>
          <a:xfrm>
            <a:off x="6132903" y="3810483"/>
            <a:ext cx="604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Silver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E66C3D-5721-62EC-6228-D6B4C408F7AE}"/>
              </a:ext>
            </a:extLst>
          </p:cNvPr>
          <p:cNvSpPr txBox="1"/>
          <p:nvPr/>
        </p:nvSpPr>
        <p:spPr>
          <a:xfrm>
            <a:off x="7674188" y="381048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Gold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501CC4-2C0A-F839-22C5-4F89FD9A5546}"/>
              </a:ext>
            </a:extLst>
          </p:cNvPr>
          <p:cNvSpPr txBox="1"/>
          <p:nvPr/>
        </p:nvSpPr>
        <p:spPr>
          <a:xfrm>
            <a:off x="9386483" y="3810483"/>
            <a:ext cx="777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Reports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B36088-27EA-6783-26CF-EEDE99337000}"/>
              </a:ext>
            </a:extLst>
          </p:cNvPr>
          <p:cNvSpPr txBox="1"/>
          <p:nvPr/>
        </p:nvSpPr>
        <p:spPr>
          <a:xfrm>
            <a:off x="866032" y="3886778"/>
            <a:ext cx="1196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Source files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FB9D84-CFEC-2E79-9F4E-6D25BD7D8C26}"/>
              </a:ext>
            </a:extLst>
          </p:cNvPr>
          <p:cNvSpPr txBox="1"/>
          <p:nvPr/>
        </p:nvSpPr>
        <p:spPr>
          <a:xfrm>
            <a:off x="2885926" y="3825215"/>
            <a:ext cx="777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enorite" panose="00000500000000000000" pitchFamily="2" charset="0"/>
              </a:rPr>
              <a:t>Source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DC0A46-0163-19AF-5B71-EC2AC318A000}"/>
              </a:ext>
            </a:extLst>
          </p:cNvPr>
          <p:cNvSpPr/>
          <p:nvPr/>
        </p:nvSpPr>
        <p:spPr>
          <a:xfrm>
            <a:off x="2686321" y="2069204"/>
            <a:ext cx="5811223" cy="236578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" descr="Databricks Logo and symbol, meaning ...">
            <a:extLst>
              <a:ext uri="{FF2B5EF4-FFF2-40B4-BE49-F238E27FC236}">
                <a16:creationId xmlns:a16="http://schemas.microsoft.com/office/drawing/2014/main" id="{DFE65111-70C2-7CAB-1B3A-27B9396DB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928" y="1865629"/>
            <a:ext cx="757083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705CF16-A168-B244-4844-88DECE882BE0}"/>
              </a:ext>
            </a:extLst>
          </p:cNvPr>
          <p:cNvSpPr/>
          <p:nvPr/>
        </p:nvSpPr>
        <p:spPr>
          <a:xfrm>
            <a:off x="8950406" y="2069204"/>
            <a:ext cx="1590629" cy="236578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6" descr="Power BI Icon SVG Vector &amp; PNG Free ...">
            <a:extLst>
              <a:ext uri="{FF2B5EF4-FFF2-40B4-BE49-F238E27FC236}">
                <a16:creationId xmlns:a16="http://schemas.microsoft.com/office/drawing/2014/main" id="{90D5B405-65A4-BA6C-675D-3DAAB6575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6003" y="1899693"/>
            <a:ext cx="521111" cy="4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00E497-BFD8-C5B1-6236-3BA4FD876B48}"/>
              </a:ext>
            </a:extLst>
          </p:cNvPr>
          <p:cNvSpPr txBox="1"/>
          <p:nvPr/>
        </p:nvSpPr>
        <p:spPr>
          <a:xfrm>
            <a:off x="3932458" y="4922922"/>
            <a:ext cx="5820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Batch Ingestion                                                  Scheduled Trigger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858711-FE9B-9722-ABCE-324262E2DCB9}"/>
              </a:ext>
            </a:extLst>
          </p:cNvPr>
          <p:cNvCxnSpPr>
            <a:cxnSpLocks/>
          </p:cNvCxnSpPr>
          <p:nvPr/>
        </p:nvCxnSpPr>
        <p:spPr>
          <a:xfrm>
            <a:off x="6057996" y="5124877"/>
            <a:ext cx="108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85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EABA-88A9-5091-E1F5-7FFF4E36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1DD3-DB91-1156-AAAD-D8960239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870"/>
            <a:ext cx="10515600" cy="491612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Data Design (Medallion Architecture)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F6C91D-7F95-CF36-0212-E32B151E0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095"/>
            <a:ext cx="2656718" cy="457374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enorite" panose="00000500000000000000" pitchFamily="2" charset="0"/>
              </a:rPr>
              <a:t>Bronze Layer</a:t>
            </a:r>
          </a:p>
          <a:p>
            <a:r>
              <a:rPr lang="en-US" sz="1400" dirty="0">
                <a:latin typeface="Tenorite" panose="00000500000000000000" pitchFamily="2" charset="0"/>
              </a:rPr>
              <a:t>Raw data ingestion from </a:t>
            </a:r>
            <a:r>
              <a:rPr lang="en-US" sz="1400" dirty="0" err="1">
                <a:latin typeface="Tenorite" panose="00000500000000000000" pitchFamily="2" charset="0"/>
              </a:rPr>
              <a:t>databricks</a:t>
            </a:r>
            <a:r>
              <a:rPr lang="en-US" sz="1400" dirty="0">
                <a:latin typeface="Tenorite" panose="00000500000000000000" pitchFamily="2" charset="0"/>
              </a:rPr>
              <a:t> volumes.</a:t>
            </a:r>
          </a:p>
          <a:p>
            <a:endParaRPr lang="en-US" sz="1400" dirty="0">
              <a:latin typeface="Tenorite" panose="00000500000000000000" pitchFamily="2" charset="0"/>
            </a:endParaRPr>
          </a:p>
          <a:p>
            <a:pPr marL="0" indent="0">
              <a:buNone/>
            </a:pPr>
            <a:endParaRPr lang="en-US" sz="1400" dirty="0">
              <a:latin typeface="Tenorite" panose="00000500000000000000" pitchFamily="2" charset="0"/>
            </a:endParaRPr>
          </a:p>
          <a:p>
            <a:r>
              <a:rPr lang="en-US" sz="1600" b="1" dirty="0">
                <a:latin typeface="Tenorite" panose="00000500000000000000" pitchFamily="2" charset="0"/>
              </a:rPr>
              <a:t>Tables</a:t>
            </a:r>
            <a:r>
              <a:rPr lang="en-US" sz="1400" dirty="0">
                <a:latin typeface="Tenorite" panose="00000500000000000000" pitchFamily="2" charset="0"/>
              </a:rPr>
              <a:t>: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patients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providers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payers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policies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claims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claim_lines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payments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F9367-CBFB-E44A-5230-A839888F8745}"/>
              </a:ext>
            </a:extLst>
          </p:cNvPr>
          <p:cNvSpPr txBox="1"/>
          <p:nvPr/>
        </p:nvSpPr>
        <p:spPr>
          <a:xfrm>
            <a:off x="838200" y="939506"/>
            <a:ext cx="9493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enorite" panose="00000500000000000000" pitchFamily="2" charset="0"/>
              </a:rPr>
              <a:t>The pipeline follows </a:t>
            </a:r>
            <a:r>
              <a:rPr lang="en-US" sz="1400" b="1" dirty="0">
                <a:latin typeface="Tenorite" panose="00000500000000000000" pitchFamily="2" charset="0"/>
              </a:rPr>
              <a:t>Medallion Architecture</a:t>
            </a:r>
            <a:r>
              <a:rPr lang="en-US" sz="1400" dirty="0">
                <a:latin typeface="Tenorite" panose="00000500000000000000" pitchFamily="2" charset="0"/>
              </a:rPr>
              <a:t> with three layers: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5B3224B-9E68-3C7E-375B-B815302D0844}"/>
              </a:ext>
            </a:extLst>
          </p:cNvPr>
          <p:cNvSpPr txBox="1">
            <a:spLocks/>
          </p:cNvSpPr>
          <p:nvPr/>
        </p:nvSpPr>
        <p:spPr>
          <a:xfrm>
            <a:off x="4412225" y="1473094"/>
            <a:ext cx="2656718" cy="4573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Tenorite" panose="00000500000000000000" pitchFamily="2" charset="0"/>
              </a:rPr>
              <a:t>Silver Layer</a:t>
            </a:r>
          </a:p>
          <a:p>
            <a:r>
              <a:rPr lang="en-IN" sz="1400" dirty="0">
                <a:latin typeface="Tenorite" panose="00000500000000000000" pitchFamily="2" charset="0"/>
              </a:rPr>
              <a:t>Data cleaning and transformation.</a:t>
            </a:r>
          </a:p>
          <a:p>
            <a:r>
              <a:rPr lang="en-IN" sz="1400" dirty="0">
                <a:latin typeface="Tenorite" panose="00000500000000000000" pitchFamily="2" charset="0"/>
              </a:rPr>
              <a:t>SCD implementation for dimensions, flattening nested data</a:t>
            </a:r>
          </a:p>
          <a:p>
            <a:r>
              <a:rPr lang="en-IN" sz="1600" b="1" dirty="0">
                <a:latin typeface="Tenorite" panose="00000500000000000000" pitchFamily="2" charset="0"/>
              </a:rPr>
              <a:t>Tables:</a:t>
            </a:r>
            <a:br>
              <a:rPr lang="en-IN" sz="1600" dirty="0">
                <a:latin typeface="Tenorite" panose="00000500000000000000" pitchFamily="2" charset="0"/>
              </a:rPr>
            </a:br>
            <a:r>
              <a:rPr lang="en-IN" sz="1600" dirty="0">
                <a:latin typeface="Tenorite" panose="00000500000000000000" pitchFamily="2" charset="0"/>
              </a:rPr>
              <a:t>• </a:t>
            </a:r>
            <a:r>
              <a:rPr lang="en-IN" sz="1400" dirty="0">
                <a:latin typeface="Tenorite" panose="00000500000000000000" pitchFamily="2" charset="0"/>
              </a:rPr>
              <a:t>silver_patient</a:t>
            </a:r>
            <a:br>
              <a:rPr lang="en-IN" sz="1400" dirty="0">
                <a:latin typeface="Tenorite" panose="00000500000000000000" pitchFamily="2" charset="0"/>
              </a:rPr>
            </a:br>
            <a:r>
              <a:rPr lang="en-IN" sz="1400" dirty="0">
                <a:latin typeface="Tenorite" panose="00000500000000000000" pitchFamily="2" charset="0"/>
              </a:rPr>
              <a:t>• </a:t>
            </a:r>
            <a:r>
              <a:rPr lang="en-IN" sz="1400" dirty="0" err="1">
                <a:latin typeface="Tenorite" panose="00000500000000000000" pitchFamily="2" charset="0"/>
              </a:rPr>
              <a:t>silver_provider</a:t>
            </a:r>
            <a:br>
              <a:rPr lang="en-IN" sz="1400" dirty="0">
                <a:latin typeface="Tenorite" panose="00000500000000000000" pitchFamily="2" charset="0"/>
              </a:rPr>
            </a:br>
            <a:r>
              <a:rPr lang="en-IN" sz="1400" dirty="0">
                <a:latin typeface="Tenorite" panose="00000500000000000000" pitchFamily="2" charset="0"/>
              </a:rPr>
              <a:t>• </a:t>
            </a:r>
            <a:r>
              <a:rPr lang="en-IN" sz="1400" dirty="0" err="1">
                <a:latin typeface="Tenorite" panose="00000500000000000000" pitchFamily="2" charset="0"/>
              </a:rPr>
              <a:t>silver_payer</a:t>
            </a:r>
            <a:br>
              <a:rPr lang="en-IN" sz="1400" dirty="0">
                <a:latin typeface="Tenorite" panose="00000500000000000000" pitchFamily="2" charset="0"/>
              </a:rPr>
            </a:br>
            <a:r>
              <a:rPr lang="en-IN" sz="1400" dirty="0">
                <a:latin typeface="Tenorite" panose="00000500000000000000" pitchFamily="2" charset="0"/>
              </a:rPr>
              <a:t>• </a:t>
            </a:r>
            <a:r>
              <a:rPr lang="en-IN" sz="1400" dirty="0" err="1">
                <a:latin typeface="Tenorite" panose="00000500000000000000" pitchFamily="2" charset="0"/>
              </a:rPr>
              <a:t>silver_policy</a:t>
            </a:r>
            <a:br>
              <a:rPr lang="en-IN" sz="1400" dirty="0">
                <a:latin typeface="Tenorite" panose="00000500000000000000" pitchFamily="2" charset="0"/>
              </a:rPr>
            </a:br>
            <a:r>
              <a:rPr lang="en-IN" sz="1400" dirty="0">
                <a:latin typeface="Tenorite" panose="00000500000000000000" pitchFamily="2" charset="0"/>
              </a:rPr>
              <a:t>• </a:t>
            </a:r>
            <a:r>
              <a:rPr lang="en-IN" sz="1400" dirty="0" err="1">
                <a:latin typeface="Tenorite" panose="00000500000000000000" pitchFamily="2" charset="0"/>
              </a:rPr>
              <a:t>silver_claims</a:t>
            </a:r>
            <a:br>
              <a:rPr lang="en-IN" sz="1400" dirty="0">
                <a:latin typeface="Tenorite" panose="00000500000000000000" pitchFamily="2" charset="0"/>
              </a:rPr>
            </a:br>
            <a:r>
              <a:rPr lang="en-IN" sz="1400" dirty="0">
                <a:latin typeface="Tenorite" panose="00000500000000000000" pitchFamily="2" charset="0"/>
              </a:rPr>
              <a:t>• </a:t>
            </a:r>
            <a:r>
              <a:rPr lang="en-IN" sz="1400" dirty="0" err="1">
                <a:latin typeface="Tenorite" panose="00000500000000000000" pitchFamily="2" charset="0"/>
              </a:rPr>
              <a:t>silver_claim_lines</a:t>
            </a:r>
            <a:br>
              <a:rPr lang="en-IN" sz="1400" dirty="0">
                <a:latin typeface="Tenorite" panose="00000500000000000000" pitchFamily="2" charset="0"/>
              </a:rPr>
            </a:br>
            <a:r>
              <a:rPr lang="en-IN" sz="1400" dirty="0">
                <a:latin typeface="Tenorite" panose="00000500000000000000" pitchFamily="2" charset="0"/>
              </a:rPr>
              <a:t>• </a:t>
            </a:r>
            <a:r>
              <a:rPr lang="en-IN" sz="1400" dirty="0" err="1">
                <a:latin typeface="Tenorite" panose="00000500000000000000" pitchFamily="2" charset="0"/>
              </a:rPr>
              <a:t>silver_payments</a:t>
            </a:r>
            <a:endParaRPr lang="en-IN" sz="1400" dirty="0">
              <a:latin typeface="Tenorite" panose="00000500000000000000" pitchFamily="2" charset="0"/>
            </a:endParaRPr>
          </a:p>
          <a:p>
            <a:endParaRPr lang="en-IN" sz="1600" dirty="0">
              <a:latin typeface="Tenorite" panose="00000500000000000000" pitchFamily="2" charset="0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AEB9C12-41FC-E102-DC8A-5187A63EC3E4}"/>
              </a:ext>
            </a:extLst>
          </p:cNvPr>
          <p:cNvSpPr txBox="1">
            <a:spLocks/>
          </p:cNvSpPr>
          <p:nvPr/>
        </p:nvSpPr>
        <p:spPr>
          <a:xfrm>
            <a:off x="7986251" y="1473094"/>
            <a:ext cx="2656718" cy="4573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Gold Layer</a:t>
            </a:r>
          </a:p>
          <a:p>
            <a:r>
              <a:rPr lang="en-US" sz="1400" dirty="0"/>
              <a:t>Analytics-ready star schema for reporting.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latin typeface="Tenorite" panose="00000500000000000000" pitchFamily="2" charset="0"/>
              </a:rPr>
              <a:t>Dimensions</a:t>
            </a:r>
            <a:r>
              <a:rPr lang="en-US" sz="1600" b="1" dirty="0"/>
              <a:t>:</a:t>
            </a:r>
            <a:br>
              <a:rPr lang="en-US" sz="1600" dirty="0"/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dim_patient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dim_provider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dim_policy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dim_payer</a:t>
            </a:r>
            <a:endParaRPr lang="en-US" sz="1400" dirty="0">
              <a:latin typeface="Tenorite" panose="00000500000000000000" pitchFamily="2" charset="0"/>
            </a:endParaRPr>
          </a:p>
          <a:p>
            <a:pPr marL="0" indent="0">
              <a:buNone/>
            </a:pPr>
            <a:r>
              <a:rPr lang="en-US" sz="1600" b="1" dirty="0">
                <a:latin typeface="Tenorite" panose="00000500000000000000" pitchFamily="2" charset="0"/>
              </a:rPr>
              <a:t>Facts</a:t>
            </a:r>
            <a:r>
              <a:rPr lang="en-US" sz="1600" b="1" dirty="0"/>
              <a:t>:</a:t>
            </a:r>
            <a:br>
              <a:rPr lang="en-US" sz="1600" dirty="0"/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fact_claims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</a:t>
            </a:r>
            <a:r>
              <a:rPr lang="en-US" sz="1400" dirty="0" err="1">
                <a:latin typeface="Tenorite" panose="00000500000000000000" pitchFamily="2" charset="0"/>
              </a:rPr>
              <a:t>fact_payments</a:t>
            </a:r>
            <a:endParaRPr lang="en-US" sz="1400" dirty="0"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02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AC9FD-172B-9FC3-B1D2-D7D91C90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C00B-6012-E9E8-E9FB-167B7D73B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870"/>
            <a:ext cx="10515600" cy="491612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Tenorite" panose="00000500000000000000" pitchFamily="2" charset="0"/>
              </a:rPr>
              <a:t>Analytics &amp; 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2BD32C-CC39-C60A-644A-1223DEFE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enorite" panose="00000500000000000000" pitchFamily="2" charset="0"/>
              </a:rPr>
              <a:t>Using the Gold layer, Power BI dashboards provide insights for </a:t>
            </a:r>
            <a:r>
              <a:rPr lang="en-US" sz="1400" b="1" dirty="0">
                <a:latin typeface="Tenorite" panose="00000500000000000000" pitchFamily="2" charset="0"/>
              </a:rPr>
              <a:t>insurance companies and hospital management</a:t>
            </a:r>
            <a:r>
              <a:rPr lang="en-US" sz="1400" dirty="0">
                <a:latin typeface="Tenorite" panose="00000500000000000000" pitchFamily="2" charset="0"/>
              </a:rPr>
              <a:t>.</a:t>
            </a:r>
          </a:p>
          <a:p>
            <a:r>
              <a:rPr lang="en-US" sz="1600" b="1" dirty="0">
                <a:latin typeface="Tenorite" panose="00000500000000000000" pitchFamily="2" charset="0"/>
              </a:rPr>
              <a:t>Key Analytics</a:t>
            </a:r>
          </a:p>
          <a:p>
            <a:pPr marL="457200" lvl="1" indent="0">
              <a:buNone/>
            </a:pPr>
            <a:r>
              <a:rPr lang="en-US" sz="1400" dirty="0">
                <a:latin typeface="Tenorite" panose="00000500000000000000" pitchFamily="2" charset="0"/>
              </a:rPr>
              <a:t>• Claim approval ratio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Claims by state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Claims by gender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Claims by specialty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Patient distribution by insurance plan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Claim amount vs payment analysis</a:t>
            </a:r>
          </a:p>
          <a:p>
            <a:pPr marL="0" indent="0">
              <a:buNone/>
            </a:pPr>
            <a:r>
              <a:rPr lang="en-US" sz="1600" b="1" dirty="0">
                <a:latin typeface="Tenorite" panose="00000500000000000000" pitchFamily="2" charset="0"/>
              </a:rPr>
              <a:t>Conclusion</a:t>
            </a:r>
          </a:p>
          <a:p>
            <a:pPr marL="0" indent="0">
              <a:buNone/>
            </a:pPr>
            <a:r>
              <a:rPr lang="en-US" sz="1400" dirty="0">
                <a:latin typeface="Tenorite" panose="00000500000000000000" pitchFamily="2" charset="0"/>
              </a:rPr>
              <a:t>The system successfully:</a:t>
            </a:r>
          </a:p>
          <a:p>
            <a:pPr marL="0" indent="0">
              <a:buNone/>
            </a:pPr>
            <a:r>
              <a:rPr lang="en-US" sz="1400" dirty="0">
                <a:latin typeface="Tenorite" panose="00000500000000000000" pitchFamily="2" charset="0"/>
              </a:rPr>
              <a:t>• Implements scalable Medallion Architecture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Enables business analytics through Power BI dashboards</a:t>
            </a:r>
            <a:br>
              <a:rPr lang="en-US" sz="1400" dirty="0">
                <a:latin typeface="Tenorite" panose="00000500000000000000" pitchFamily="2" charset="0"/>
              </a:rPr>
            </a:br>
            <a:r>
              <a:rPr lang="en-US" sz="1400" dirty="0">
                <a:latin typeface="Tenorite" panose="00000500000000000000" pitchFamily="2" charset="0"/>
              </a:rPr>
              <a:t>• Improves efficiency for insurers and healthcare providers</a:t>
            </a:r>
          </a:p>
          <a:p>
            <a:pPr marL="0" indent="0">
              <a:buNone/>
            </a:pPr>
            <a:endParaRPr lang="en-US" sz="1400" dirty="0">
              <a:latin typeface="Tenorite" panose="00000500000000000000" pitchFamily="2" charset="0"/>
            </a:endParaRPr>
          </a:p>
          <a:p>
            <a:pPr marL="0" indent="0">
              <a:buNone/>
            </a:pPr>
            <a:r>
              <a:rPr lang="en-US" sz="1400" dirty="0">
                <a:latin typeface="Tenorite" panose="00000500000000000000" pitchFamily="2" charset="0"/>
              </a:rPr>
              <a:t>This solution supports </a:t>
            </a:r>
            <a:r>
              <a:rPr lang="en-US" sz="1400" b="1" dirty="0">
                <a:latin typeface="Tenorite" panose="00000500000000000000" pitchFamily="2" charset="0"/>
              </a:rPr>
              <a:t>data-driven decision making in healthcare claim processing</a:t>
            </a:r>
            <a:endParaRPr lang="en-US" sz="1400" dirty="0"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77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471</Words>
  <Application>Microsoft Office PowerPoint</Application>
  <PresentationFormat>Widescreen</PresentationFormat>
  <Paragraphs>67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Quattrocento Sans</vt:lpstr>
      <vt:lpstr>Tenorite</vt:lpstr>
      <vt:lpstr>Office Theme</vt:lpstr>
      <vt:lpstr>Databricks Health care POC Demo</vt:lpstr>
      <vt:lpstr>PowerPoint Presentation</vt:lpstr>
      <vt:lpstr>Real-Time Claims Adjudication System</vt:lpstr>
      <vt:lpstr>Real-Time Claims Adjudication System</vt:lpstr>
      <vt:lpstr>Business Use Case</vt:lpstr>
      <vt:lpstr>Architecture:</vt:lpstr>
      <vt:lpstr>Data Design (Medallion Architecture)</vt:lpstr>
      <vt:lpstr>Analytics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Yamini Pothana</dc:creator>
  <cp:lastModifiedBy>Yamini Pothana</cp:lastModifiedBy>
  <cp:revision>1</cp:revision>
  <dcterms:created xsi:type="dcterms:W3CDTF">2026-03-10T11:49:42Z</dcterms:created>
  <dcterms:modified xsi:type="dcterms:W3CDTF">2026-03-11T11:38:00Z</dcterms:modified>
</cp:coreProperties>
</file>