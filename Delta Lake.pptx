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3" r:id="rId4"/>
    <p:sldId id="264" r:id="rId5"/>
    <p:sldId id="266" r:id="rId6"/>
    <p:sldId id="267" r:id="rId7"/>
    <p:sldId id="269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44B58-2182-4D9C-94EE-1AC41A934B1C}" v="678" dt="2026-02-06T06:59:38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ini Pothana" userId="29d128bb-cdcd-48af-8374-f5ffcc646036" providerId="ADAL" clId="{9C473F42-8651-48F0-9A12-1E00482D55E4}"/>
    <pc:docChg chg="undo redo custSel addSld delSld modSld sldOrd modMainMaster">
      <pc:chgData name="Yamini Pothana" userId="29d128bb-cdcd-48af-8374-f5ffcc646036" providerId="ADAL" clId="{9C473F42-8651-48F0-9A12-1E00482D55E4}" dt="2026-02-06T06:59:38.922" v="2455" actId="1076"/>
      <pc:docMkLst>
        <pc:docMk/>
      </pc:docMkLst>
      <pc:sldChg chg="addSp delSp modSp add del mod">
        <pc:chgData name="Yamini Pothana" userId="29d128bb-cdcd-48af-8374-f5ffcc646036" providerId="ADAL" clId="{9C473F42-8651-48F0-9A12-1E00482D55E4}" dt="2026-02-05T13:04:17.067" v="1858" actId="47"/>
        <pc:sldMkLst>
          <pc:docMk/>
          <pc:sldMk cId="2709074912" sldId="256"/>
        </pc:sldMkLst>
        <pc:spChg chg="add mod">
          <ac:chgData name="Yamini Pothana" userId="29d128bb-cdcd-48af-8374-f5ffcc646036" providerId="ADAL" clId="{9C473F42-8651-48F0-9A12-1E00482D55E4}" dt="2026-02-05T13:04:13.028" v="1857" actId="6549"/>
          <ac:spMkLst>
            <pc:docMk/>
            <pc:sldMk cId="2709074912" sldId="256"/>
            <ac:spMk id="2" creationId="{5D9FDE60-1D61-01EB-3B3D-49E6B2D7AB09}"/>
          </ac:spMkLst>
        </pc:spChg>
        <pc:picChg chg="add del mod">
          <ac:chgData name="Yamini Pothana" userId="29d128bb-cdcd-48af-8374-f5ffcc646036" providerId="ADAL" clId="{9C473F42-8651-48F0-9A12-1E00482D55E4}" dt="2026-02-05T10:14:44.083" v="1844" actId="478"/>
          <ac:picMkLst>
            <pc:docMk/>
            <pc:sldMk cId="2709074912" sldId="256"/>
            <ac:picMk id="2054" creationId="{A96379E9-8E5A-2E19-F04A-A34843287443}"/>
          </ac:picMkLst>
        </pc:picChg>
      </pc:sldChg>
      <pc:sldChg chg="addSp delSp modSp new del mod">
        <pc:chgData name="Yamini Pothana" userId="29d128bb-cdcd-48af-8374-f5ffcc646036" providerId="ADAL" clId="{9C473F42-8651-48F0-9A12-1E00482D55E4}" dt="2026-02-05T06:13:44.348" v="911" actId="47"/>
        <pc:sldMkLst>
          <pc:docMk/>
          <pc:sldMk cId="3226101029" sldId="257"/>
        </pc:sldMkLst>
        <pc:spChg chg="mod">
          <ac:chgData name="Yamini Pothana" userId="29d128bb-cdcd-48af-8374-f5ffcc646036" providerId="ADAL" clId="{9C473F42-8651-48F0-9A12-1E00482D55E4}" dt="2026-02-05T02:10:42.162" v="717" actId="20577"/>
          <ac:spMkLst>
            <pc:docMk/>
            <pc:sldMk cId="3226101029" sldId="257"/>
            <ac:spMk id="3" creationId="{8A045B91-0A9C-BCCB-D605-6E0ED2B8DD43}"/>
          </ac:spMkLst>
        </pc:spChg>
        <pc:spChg chg="add">
          <ac:chgData name="Yamini Pothana" userId="29d128bb-cdcd-48af-8374-f5ffcc646036" providerId="ADAL" clId="{9C473F42-8651-48F0-9A12-1E00482D55E4}" dt="2026-02-05T02:10:43.363" v="718"/>
          <ac:spMkLst>
            <pc:docMk/>
            <pc:sldMk cId="3226101029" sldId="257"/>
            <ac:spMk id="4" creationId="{875ACBFC-096E-5B41-41D0-37775992E29C}"/>
          </ac:spMkLst>
        </pc:spChg>
        <pc:spChg chg="add">
          <ac:chgData name="Yamini Pothana" userId="29d128bb-cdcd-48af-8374-f5ffcc646036" providerId="ADAL" clId="{9C473F42-8651-48F0-9A12-1E00482D55E4}" dt="2026-02-05T02:10:50.180" v="719"/>
          <ac:spMkLst>
            <pc:docMk/>
            <pc:sldMk cId="3226101029" sldId="257"/>
            <ac:spMk id="5" creationId="{DBDE966D-3F5E-85EC-5FF0-91FA9B274691}"/>
          </ac:spMkLst>
        </pc:spChg>
        <pc:picChg chg="add del mod">
          <ac:chgData name="Yamini Pothana" userId="29d128bb-cdcd-48af-8374-f5ffcc646036" providerId="ADAL" clId="{9C473F42-8651-48F0-9A12-1E00482D55E4}" dt="2026-02-05T02:19:43.376" v="750" actId="478"/>
          <ac:picMkLst>
            <pc:docMk/>
            <pc:sldMk cId="3226101029" sldId="257"/>
            <ac:picMk id="6" creationId="{1A676E35-C776-2019-79B4-749A2E1C749C}"/>
          </ac:picMkLst>
        </pc:picChg>
      </pc:sldChg>
      <pc:sldChg chg="modSp new del mod">
        <pc:chgData name="Yamini Pothana" userId="29d128bb-cdcd-48af-8374-f5ffcc646036" providerId="ADAL" clId="{9C473F42-8651-48F0-9A12-1E00482D55E4}" dt="2026-02-05T08:56:25.028" v="1677" actId="47"/>
        <pc:sldMkLst>
          <pc:docMk/>
          <pc:sldMk cId="3496580281" sldId="258"/>
        </pc:sldMkLst>
        <pc:spChg chg="mod">
          <ac:chgData name="Yamini Pothana" userId="29d128bb-cdcd-48af-8374-f5ffcc646036" providerId="ADAL" clId="{9C473F42-8651-48F0-9A12-1E00482D55E4}" dt="2026-02-05T07:41:08.884" v="1506" actId="6549"/>
          <ac:spMkLst>
            <pc:docMk/>
            <pc:sldMk cId="3496580281" sldId="258"/>
            <ac:spMk id="3" creationId="{CAB4852F-3197-CF82-2E10-C0DF27E0EDB0}"/>
          </ac:spMkLst>
        </pc:spChg>
      </pc:sldChg>
      <pc:sldChg chg="add del">
        <pc:chgData name="Yamini Pothana" userId="29d128bb-cdcd-48af-8374-f5ffcc646036" providerId="ADAL" clId="{9C473F42-8651-48F0-9A12-1E00482D55E4}" dt="2026-02-05T13:12:21.292" v="1921"/>
        <pc:sldMkLst>
          <pc:docMk/>
          <pc:sldMk cId="493259023" sldId="259"/>
        </pc:sldMkLst>
      </pc:sldChg>
      <pc:sldChg chg="addSp delSp modSp new add del mod">
        <pc:chgData name="Yamini Pothana" userId="29d128bb-cdcd-48af-8374-f5ffcc646036" providerId="ADAL" clId="{9C473F42-8651-48F0-9A12-1E00482D55E4}" dt="2026-02-05T12:36:58.833" v="1856" actId="2696"/>
        <pc:sldMkLst>
          <pc:docMk/>
          <pc:sldMk cId="1866398293" sldId="259"/>
        </pc:sldMkLst>
        <pc:spChg chg="mod">
          <ac:chgData name="Yamini Pothana" userId="29d128bb-cdcd-48af-8374-f5ffcc646036" providerId="ADAL" clId="{9C473F42-8651-48F0-9A12-1E00482D55E4}" dt="2026-02-05T02:23:58.333" v="763" actId="14100"/>
          <ac:spMkLst>
            <pc:docMk/>
            <pc:sldMk cId="1866398293" sldId="259"/>
            <ac:spMk id="2" creationId="{D5673359-08E1-8A88-58D4-2A027B534C67}"/>
          </ac:spMkLst>
        </pc:spChg>
        <pc:spChg chg="add">
          <ac:chgData name="Yamini Pothana" userId="29d128bb-cdcd-48af-8374-f5ffcc646036" providerId="ADAL" clId="{9C473F42-8651-48F0-9A12-1E00482D55E4}" dt="2026-02-05T02:08:15.168" v="697"/>
          <ac:spMkLst>
            <pc:docMk/>
            <pc:sldMk cId="1866398293" sldId="259"/>
            <ac:spMk id="3" creationId="{D503EB30-6DBF-F74B-BF43-60D952E064A7}"/>
          </ac:spMkLst>
        </pc:spChg>
        <pc:spChg chg="add mod">
          <ac:chgData name="Yamini Pothana" userId="29d128bb-cdcd-48af-8374-f5ffcc646036" providerId="ADAL" clId="{9C473F42-8651-48F0-9A12-1E00482D55E4}" dt="2026-02-05T02:08:44.399" v="700" actId="14100"/>
          <ac:spMkLst>
            <pc:docMk/>
            <pc:sldMk cId="1866398293" sldId="259"/>
            <ac:spMk id="4" creationId="{88F3B767-9C64-461F-52C3-EC162E92D274}"/>
          </ac:spMkLst>
        </pc:spChg>
        <pc:spChg chg="add mod">
          <ac:chgData name="Yamini Pothana" userId="29d128bb-cdcd-48af-8374-f5ffcc646036" providerId="ADAL" clId="{9C473F42-8651-48F0-9A12-1E00482D55E4}" dt="2026-02-05T02:09:31.495" v="708"/>
          <ac:spMkLst>
            <pc:docMk/>
            <pc:sldMk cId="1866398293" sldId="259"/>
            <ac:spMk id="7" creationId="{D07C2DEF-F31B-A67C-6EA0-E336728702D5}"/>
          </ac:spMkLst>
        </pc:spChg>
        <pc:spChg chg="add mod">
          <ac:chgData name="Yamini Pothana" userId="29d128bb-cdcd-48af-8374-f5ffcc646036" providerId="ADAL" clId="{9C473F42-8651-48F0-9A12-1E00482D55E4}" dt="2026-02-05T02:10:08.030" v="715"/>
          <ac:spMkLst>
            <pc:docMk/>
            <pc:sldMk cId="1866398293" sldId="259"/>
            <ac:spMk id="10" creationId="{E3C3844B-365B-C993-922C-B1AFF2D90CA2}"/>
          </ac:spMkLst>
        </pc:spChg>
        <pc:picChg chg="add mod ord">
          <ac:chgData name="Yamini Pothana" userId="29d128bb-cdcd-48af-8374-f5ffcc646036" providerId="ADAL" clId="{9C473F42-8651-48F0-9A12-1E00482D55E4}" dt="2026-02-05T09:23:15.422" v="1841" actId="14100"/>
          <ac:picMkLst>
            <pc:docMk/>
            <pc:sldMk cId="1866398293" sldId="259"/>
            <ac:picMk id="5" creationId="{F6560C27-75F7-F5C1-0881-92D16D030598}"/>
          </ac:picMkLst>
        </pc:picChg>
        <pc:picChg chg="add mod">
          <ac:chgData name="Yamini Pothana" userId="29d128bb-cdcd-48af-8374-f5ffcc646036" providerId="ADAL" clId="{9C473F42-8651-48F0-9A12-1E00482D55E4}" dt="2026-02-05T02:09:34.275" v="709" actId="571"/>
          <ac:picMkLst>
            <pc:docMk/>
            <pc:sldMk cId="1866398293" sldId="259"/>
            <ac:picMk id="6" creationId="{89BEE0F1-59E9-99AA-0C2A-7A6B3C383BD8}"/>
          </ac:picMkLst>
        </pc:picChg>
        <pc:picChg chg="add del mod">
          <ac:chgData name="Yamini Pothana" userId="29d128bb-cdcd-48af-8374-f5ffcc646036" providerId="ADAL" clId="{9C473F42-8651-48F0-9A12-1E00482D55E4}" dt="2026-02-05T02:11:05.824" v="724" actId="478"/>
          <ac:picMkLst>
            <pc:docMk/>
            <pc:sldMk cId="1866398293" sldId="259"/>
            <ac:picMk id="8" creationId="{C36EB96E-14FE-4097-8313-BF53FC8B756A}"/>
          </ac:picMkLst>
        </pc:picChg>
        <pc:picChg chg="add mod">
          <ac:chgData name="Yamini Pothana" userId="29d128bb-cdcd-48af-8374-f5ffcc646036" providerId="ADAL" clId="{9C473F42-8651-48F0-9A12-1E00482D55E4}" dt="2026-02-05T02:09:53.653" v="714"/>
          <ac:picMkLst>
            <pc:docMk/>
            <pc:sldMk cId="1866398293" sldId="259"/>
            <ac:picMk id="9" creationId="{3151247A-B8C4-C0F9-8ABF-2A9AC7D7A1A4}"/>
          </ac:picMkLst>
        </pc:picChg>
        <pc:picChg chg="add del mod">
          <ac:chgData name="Yamini Pothana" userId="29d128bb-cdcd-48af-8374-f5ffcc646036" providerId="ADAL" clId="{9C473F42-8651-48F0-9A12-1E00482D55E4}" dt="2026-02-05T02:15:33.064" v="738" actId="478"/>
          <ac:picMkLst>
            <pc:docMk/>
            <pc:sldMk cId="1866398293" sldId="259"/>
            <ac:picMk id="11" creationId="{20CCC997-D713-AF4F-2D90-FCE1131B13BF}"/>
          </ac:picMkLst>
        </pc:picChg>
        <pc:picChg chg="add del mod">
          <ac:chgData name="Yamini Pothana" userId="29d128bb-cdcd-48af-8374-f5ffcc646036" providerId="ADAL" clId="{9C473F42-8651-48F0-9A12-1E00482D55E4}" dt="2026-02-05T02:18:11.259" v="741" actId="478"/>
          <ac:picMkLst>
            <pc:docMk/>
            <pc:sldMk cId="1866398293" sldId="259"/>
            <ac:picMk id="12" creationId="{0404F46F-32B5-500C-ACDD-B53647F3B970}"/>
          </ac:picMkLst>
        </pc:picChg>
        <pc:picChg chg="add del mod">
          <ac:chgData name="Yamini Pothana" userId="29d128bb-cdcd-48af-8374-f5ffcc646036" providerId="ADAL" clId="{9C473F42-8651-48F0-9A12-1E00482D55E4}" dt="2026-02-05T09:23:02.397" v="1837" actId="21"/>
          <ac:picMkLst>
            <pc:docMk/>
            <pc:sldMk cId="1866398293" sldId="259"/>
            <ac:picMk id="14" creationId="{EA064E5F-D334-C3CD-3463-062A15F87FEE}"/>
          </ac:picMkLst>
        </pc:picChg>
      </pc:sldChg>
      <pc:sldChg chg="addSp delSp modSp new mod ord">
        <pc:chgData name="Yamini Pothana" userId="29d128bb-cdcd-48af-8374-f5ffcc646036" providerId="ADAL" clId="{9C473F42-8651-48F0-9A12-1E00482D55E4}" dt="2026-02-06T06:38:33.733" v="2417" actId="20577"/>
        <pc:sldMkLst>
          <pc:docMk/>
          <pc:sldMk cId="2328351451" sldId="261"/>
        </pc:sldMkLst>
        <pc:spChg chg="add mod">
          <ac:chgData name="Yamini Pothana" userId="29d128bb-cdcd-48af-8374-f5ffcc646036" providerId="ADAL" clId="{9C473F42-8651-48F0-9A12-1E00482D55E4}" dt="2026-02-06T06:18:13.201" v="2266" actId="2711"/>
          <ac:spMkLst>
            <pc:docMk/>
            <pc:sldMk cId="2328351451" sldId="261"/>
            <ac:spMk id="4" creationId="{0C4A9B9A-AE95-DCE1-3999-D3BA462BB645}"/>
          </ac:spMkLst>
        </pc:spChg>
        <pc:spChg chg="add mod">
          <ac:chgData name="Yamini Pothana" userId="29d128bb-cdcd-48af-8374-f5ffcc646036" providerId="ADAL" clId="{9C473F42-8651-48F0-9A12-1E00482D55E4}" dt="2026-02-06T06:38:33.733" v="2417" actId="20577"/>
          <ac:spMkLst>
            <pc:docMk/>
            <pc:sldMk cId="2328351451" sldId="261"/>
            <ac:spMk id="5" creationId="{B95D2AEE-EDE6-3056-ED2B-B53E7615BBE6}"/>
          </ac:spMkLst>
        </pc:spChg>
      </pc:sldChg>
      <pc:sldChg chg="addSp delSp modSp add mod delAnim modAnim">
        <pc:chgData name="Yamini Pothana" userId="29d128bb-cdcd-48af-8374-f5ffcc646036" providerId="ADAL" clId="{9C473F42-8651-48F0-9A12-1E00482D55E4}" dt="2026-02-06T06:18:41.839" v="2267" actId="2711"/>
        <pc:sldMkLst>
          <pc:docMk/>
          <pc:sldMk cId="2768199680" sldId="262"/>
        </pc:sldMkLst>
        <pc:spChg chg="add mod">
          <ac:chgData name="Yamini Pothana" userId="29d128bb-cdcd-48af-8374-f5ffcc646036" providerId="ADAL" clId="{9C473F42-8651-48F0-9A12-1E00482D55E4}" dt="2026-02-05T13:05:39.192" v="1869" actId="2711"/>
          <ac:spMkLst>
            <pc:docMk/>
            <pc:sldMk cId="2768199680" sldId="262"/>
            <ac:spMk id="2" creationId="{8C2EF1B2-2C0A-8BB5-B565-338CDECD4EA6}"/>
          </ac:spMkLst>
        </pc:spChg>
        <pc:spChg chg="add mod">
          <ac:chgData name="Yamini Pothana" userId="29d128bb-cdcd-48af-8374-f5ffcc646036" providerId="ADAL" clId="{9C473F42-8651-48F0-9A12-1E00482D55E4}" dt="2026-02-05T13:05:26.656" v="1868" actId="255"/>
          <ac:spMkLst>
            <pc:docMk/>
            <pc:sldMk cId="2768199680" sldId="262"/>
            <ac:spMk id="3" creationId="{740E1AD8-4F14-ABD6-9458-7982AA1D4C8E}"/>
          </ac:spMkLst>
        </pc:spChg>
        <pc:spChg chg="add mod">
          <ac:chgData name="Yamini Pothana" userId="29d128bb-cdcd-48af-8374-f5ffcc646036" providerId="ADAL" clId="{9C473F42-8651-48F0-9A12-1E00482D55E4}" dt="2026-02-05T13:05:11.173" v="1864" actId="255"/>
          <ac:spMkLst>
            <pc:docMk/>
            <pc:sldMk cId="2768199680" sldId="262"/>
            <ac:spMk id="4" creationId="{462598BA-7B1E-6173-311B-586EB07B9BB6}"/>
          </ac:spMkLst>
        </pc:spChg>
        <pc:spChg chg="mod">
          <ac:chgData name="Yamini Pothana" userId="29d128bb-cdcd-48af-8374-f5ffcc646036" providerId="ADAL" clId="{9C473F42-8651-48F0-9A12-1E00482D55E4}" dt="2026-02-06T06:18:41.839" v="2267" actId="2711"/>
          <ac:spMkLst>
            <pc:docMk/>
            <pc:sldMk cId="2768199680" sldId="262"/>
            <ac:spMk id="5" creationId="{C5007656-1FCE-6BD8-7B46-0CCF80F76714}"/>
          </ac:spMkLst>
        </pc:spChg>
      </pc:sldChg>
      <pc:sldChg chg="addSp delSp modSp add mod delAnim modAnim">
        <pc:chgData name="Yamini Pothana" userId="29d128bb-cdcd-48af-8374-f5ffcc646036" providerId="ADAL" clId="{9C473F42-8651-48F0-9A12-1E00482D55E4}" dt="2026-02-06T06:38:13.161" v="2413"/>
        <pc:sldMkLst>
          <pc:docMk/>
          <pc:sldMk cId="316702379" sldId="263"/>
        </pc:sldMkLst>
        <pc:spChg chg="mod">
          <ac:chgData name="Yamini Pothana" userId="29d128bb-cdcd-48af-8374-f5ffcc646036" providerId="ADAL" clId="{9C473F42-8651-48F0-9A12-1E00482D55E4}" dt="2026-02-05T02:24:11.873" v="765" actId="20577"/>
          <ac:spMkLst>
            <pc:docMk/>
            <pc:sldMk cId="316702379" sldId="263"/>
            <ac:spMk id="2" creationId="{1138053A-2D5F-300A-8838-61DB1D4FE6C2}"/>
          </ac:spMkLst>
        </pc:spChg>
        <pc:spChg chg="add mod">
          <ac:chgData name="Yamini Pothana" userId="29d128bb-cdcd-48af-8374-f5ffcc646036" providerId="ADAL" clId="{9C473F42-8651-48F0-9A12-1E00482D55E4}" dt="2026-02-05T02:24:50.102" v="770"/>
          <ac:spMkLst>
            <pc:docMk/>
            <pc:sldMk cId="316702379" sldId="263"/>
            <ac:spMk id="6" creationId="{1366F52E-E894-36DF-5ED6-90980C152B31}"/>
          </ac:spMkLst>
        </pc:spChg>
        <pc:spChg chg="add del mod">
          <ac:chgData name="Yamini Pothana" userId="29d128bb-cdcd-48af-8374-f5ffcc646036" providerId="ADAL" clId="{9C473F42-8651-48F0-9A12-1E00482D55E4}" dt="2026-02-05T06:07:32.577" v="855" actId="478"/>
          <ac:spMkLst>
            <pc:docMk/>
            <pc:sldMk cId="316702379" sldId="263"/>
            <ac:spMk id="8" creationId="{184B875C-CFC1-6FFF-8783-244AB5224BEC}"/>
          </ac:spMkLst>
        </pc:spChg>
        <pc:spChg chg="add del mod">
          <ac:chgData name="Yamini Pothana" userId="29d128bb-cdcd-48af-8374-f5ffcc646036" providerId="ADAL" clId="{9C473F42-8651-48F0-9A12-1E00482D55E4}" dt="2026-02-05T02:24:59.245" v="772" actId="478"/>
          <ac:spMkLst>
            <pc:docMk/>
            <pc:sldMk cId="316702379" sldId="263"/>
            <ac:spMk id="8" creationId="{C516157F-48ED-6AC8-AD54-D932409F49A5}"/>
          </ac:spMkLst>
        </pc:spChg>
        <pc:spChg chg="add mod">
          <ac:chgData name="Yamini Pothana" userId="29d128bb-cdcd-48af-8374-f5ffcc646036" providerId="ADAL" clId="{9C473F42-8651-48F0-9A12-1E00482D55E4}" dt="2026-02-06T06:36:53.742" v="2402" actId="255"/>
          <ac:spMkLst>
            <pc:docMk/>
            <pc:sldMk cId="316702379" sldId="263"/>
            <ac:spMk id="9" creationId="{750EE9F9-C848-BAD2-5D5E-B1E01D2023FB}"/>
          </ac:spMkLst>
        </pc:spChg>
        <pc:spChg chg="add mod">
          <ac:chgData name="Yamini Pothana" userId="29d128bb-cdcd-48af-8374-f5ffcc646036" providerId="ADAL" clId="{9C473F42-8651-48F0-9A12-1E00482D55E4}" dt="2026-02-06T06:37:13.559" v="2405" actId="1076"/>
          <ac:spMkLst>
            <pc:docMk/>
            <pc:sldMk cId="316702379" sldId="263"/>
            <ac:spMk id="11" creationId="{3E94ED89-9938-A03C-A9F0-B81D18ACA438}"/>
          </ac:spMkLst>
        </pc:spChg>
        <pc:spChg chg="add del mod">
          <ac:chgData name="Yamini Pothana" userId="29d128bb-cdcd-48af-8374-f5ffcc646036" providerId="ADAL" clId="{9C473F42-8651-48F0-9A12-1E00482D55E4}" dt="2026-02-06T06:32:31.613" v="2356" actId="478"/>
          <ac:spMkLst>
            <pc:docMk/>
            <pc:sldMk cId="316702379" sldId="263"/>
            <ac:spMk id="12" creationId="{A6E13641-6324-5901-B38E-CCA5B9013C0C}"/>
          </ac:spMkLst>
        </pc:spChg>
        <pc:spChg chg="add mod">
          <ac:chgData name="Yamini Pothana" userId="29d128bb-cdcd-48af-8374-f5ffcc646036" providerId="ADAL" clId="{9C473F42-8651-48F0-9A12-1E00482D55E4}" dt="2026-02-06T06:36:26.673" v="2399" actId="20577"/>
          <ac:spMkLst>
            <pc:docMk/>
            <pc:sldMk cId="316702379" sldId="263"/>
            <ac:spMk id="13" creationId="{C8762F96-F621-C204-AC5D-E38B2FE96F3A}"/>
          </ac:spMkLst>
        </pc:spChg>
        <pc:picChg chg="add del">
          <ac:chgData name="Yamini Pothana" userId="29d128bb-cdcd-48af-8374-f5ffcc646036" providerId="ADAL" clId="{9C473F42-8651-48F0-9A12-1E00482D55E4}" dt="2026-02-05T02:25:08.470" v="777" actId="478"/>
          <ac:picMkLst>
            <pc:docMk/>
            <pc:sldMk cId="316702379" sldId="263"/>
            <ac:picMk id="5" creationId="{F5CB2015-7B73-77AF-3D90-047E7AC4D560}"/>
          </ac:picMkLst>
        </pc:picChg>
        <pc:picChg chg="add mod">
          <ac:chgData name="Yamini Pothana" userId="29d128bb-cdcd-48af-8374-f5ffcc646036" providerId="ADAL" clId="{9C473F42-8651-48F0-9A12-1E00482D55E4}" dt="2026-02-06T06:37:56.047" v="2409" actId="1076"/>
          <ac:picMkLst>
            <pc:docMk/>
            <pc:sldMk cId="316702379" sldId="263"/>
            <ac:picMk id="6" creationId="{342E2CB9-FAB2-2AF3-B535-7EA31D62D895}"/>
          </ac:picMkLst>
        </pc:picChg>
        <pc:picChg chg="add del mod">
          <ac:chgData name="Yamini Pothana" userId="29d128bb-cdcd-48af-8374-f5ffcc646036" providerId="ADAL" clId="{9C473F42-8651-48F0-9A12-1E00482D55E4}" dt="2026-02-06T06:32:51.781" v="2360" actId="478"/>
          <ac:picMkLst>
            <pc:docMk/>
            <pc:sldMk cId="316702379" sldId="263"/>
            <ac:picMk id="8" creationId="{2D30C8A3-B3FC-AA71-4B84-C9FF0BCC4AD2}"/>
          </ac:picMkLst>
        </pc:picChg>
        <pc:picChg chg="add del">
          <ac:chgData name="Yamini Pothana" userId="29d128bb-cdcd-48af-8374-f5ffcc646036" providerId="ADAL" clId="{9C473F42-8651-48F0-9A12-1E00482D55E4}" dt="2026-02-05T02:25:06.881" v="776" actId="478"/>
          <ac:picMkLst>
            <pc:docMk/>
            <pc:sldMk cId="316702379" sldId="263"/>
            <ac:picMk id="14" creationId="{192E8441-5FED-CCAA-3BAC-E0E9F0276933}"/>
          </ac:picMkLst>
        </pc:picChg>
        <pc:cxnChg chg="add del">
          <ac:chgData name="Yamini Pothana" userId="29d128bb-cdcd-48af-8374-f5ffcc646036" providerId="ADAL" clId="{9C473F42-8651-48F0-9A12-1E00482D55E4}" dt="2026-02-06T06:31:48.819" v="2349" actId="11529"/>
          <ac:cxnSpMkLst>
            <pc:docMk/>
            <pc:sldMk cId="316702379" sldId="263"/>
            <ac:cxnSpMk id="7" creationId="{71E57F93-DF91-7E50-8E86-96C1411B3ACF}"/>
          </ac:cxnSpMkLst>
        </pc:cxnChg>
        <pc:cxnChg chg="add mod">
          <ac:chgData name="Yamini Pothana" userId="29d128bb-cdcd-48af-8374-f5ffcc646036" providerId="ADAL" clId="{9C473F42-8651-48F0-9A12-1E00482D55E4}" dt="2026-02-06T06:35:59.843" v="2394" actId="14100"/>
          <ac:cxnSpMkLst>
            <pc:docMk/>
            <pc:sldMk cId="316702379" sldId="263"/>
            <ac:cxnSpMk id="15" creationId="{3D5E9240-1F53-1B07-0B9D-1746E53758D9}"/>
          </ac:cxnSpMkLst>
        </pc:cxnChg>
        <pc:cxnChg chg="add mod">
          <ac:chgData name="Yamini Pothana" userId="29d128bb-cdcd-48af-8374-f5ffcc646036" providerId="ADAL" clId="{9C473F42-8651-48F0-9A12-1E00482D55E4}" dt="2026-02-06T06:36:15.428" v="2397" actId="14100"/>
          <ac:cxnSpMkLst>
            <pc:docMk/>
            <pc:sldMk cId="316702379" sldId="263"/>
            <ac:cxnSpMk id="19" creationId="{7FDD2E15-3DC9-76F0-46BD-259D1D5C9F83}"/>
          </ac:cxnSpMkLst>
        </pc:cxnChg>
      </pc:sldChg>
      <pc:sldChg chg="addSp delSp modSp add mod delAnim modAnim">
        <pc:chgData name="Yamini Pothana" userId="29d128bb-cdcd-48af-8374-f5ffcc646036" providerId="ADAL" clId="{9C473F42-8651-48F0-9A12-1E00482D55E4}" dt="2026-02-06T06:42:15.892" v="2438" actId="14100"/>
        <pc:sldMkLst>
          <pc:docMk/>
          <pc:sldMk cId="3584497255" sldId="264"/>
        </pc:sldMkLst>
        <pc:spChg chg="mod">
          <ac:chgData name="Yamini Pothana" userId="29d128bb-cdcd-48af-8374-f5ffcc646036" providerId="ADAL" clId="{9C473F42-8651-48F0-9A12-1E00482D55E4}" dt="2026-02-06T06:20:25.342" v="2275" actId="207"/>
          <ac:spMkLst>
            <pc:docMk/>
            <pc:sldMk cId="3584497255" sldId="264"/>
            <ac:spMk id="2" creationId="{7075C36E-2174-E517-407E-D7C815A83F0E}"/>
          </ac:spMkLst>
        </pc:spChg>
        <pc:spChg chg="del">
          <ac:chgData name="Yamini Pothana" userId="29d128bb-cdcd-48af-8374-f5ffcc646036" providerId="ADAL" clId="{9C473F42-8651-48F0-9A12-1E00482D55E4}" dt="2026-02-06T06:27:24.136" v="2325" actId="478"/>
          <ac:spMkLst>
            <pc:docMk/>
            <pc:sldMk cId="3584497255" sldId="264"/>
            <ac:spMk id="3" creationId="{47E8F9B3-7E63-2B2B-654C-DD693889CD37}"/>
          </ac:spMkLst>
        </pc:spChg>
        <pc:spChg chg="del">
          <ac:chgData name="Yamini Pothana" userId="29d128bb-cdcd-48af-8374-f5ffcc646036" providerId="ADAL" clId="{9C473F42-8651-48F0-9A12-1E00482D55E4}" dt="2026-02-05T06:46:50.500" v="1104" actId="478"/>
          <ac:spMkLst>
            <pc:docMk/>
            <pc:sldMk cId="3584497255" sldId="264"/>
            <ac:spMk id="4" creationId="{3DA03F6D-22CB-67D4-8E4A-D7B745D5F042}"/>
          </ac:spMkLst>
        </pc:spChg>
        <pc:spChg chg="add mod topLvl">
          <ac:chgData name="Yamini Pothana" userId="29d128bb-cdcd-48af-8374-f5ffcc646036" providerId="ADAL" clId="{9C473F42-8651-48F0-9A12-1E00482D55E4}" dt="2026-02-06T06:21:13.586" v="2281" actId="208"/>
          <ac:spMkLst>
            <pc:docMk/>
            <pc:sldMk cId="3584497255" sldId="264"/>
            <ac:spMk id="5" creationId="{37A076F9-D780-665C-46C9-6185AA60D303}"/>
          </ac:spMkLst>
        </pc:spChg>
        <pc:spChg chg="add mod topLvl">
          <ac:chgData name="Yamini Pothana" userId="29d128bb-cdcd-48af-8374-f5ffcc646036" providerId="ADAL" clId="{9C473F42-8651-48F0-9A12-1E00482D55E4}" dt="2026-02-06T06:21:45.278" v="2287" actId="208"/>
          <ac:spMkLst>
            <pc:docMk/>
            <pc:sldMk cId="3584497255" sldId="264"/>
            <ac:spMk id="7" creationId="{1A0EEC61-C290-0A20-C2D1-0F22CD4AA822}"/>
          </ac:spMkLst>
        </pc:spChg>
        <pc:spChg chg="add mod topLvl">
          <ac:chgData name="Yamini Pothana" userId="29d128bb-cdcd-48af-8374-f5ffcc646036" providerId="ADAL" clId="{9C473F42-8651-48F0-9A12-1E00482D55E4}" dt="2026-02-06T06:21:08.848" v="2280" actId="208"/>
          <ac:spMkLst>
            <pc:docMk/>
            <pc:sldMk cId="3584497255" sldId="264"/>
            <ac:spMk id="8" creationId="{87C722E2-7ADE-55EE-FCD8-5125C1B210F7}"/>
          </ac:spMkLst>
        </pc:spChg>
        <pc:spChg chg="mod">
          <ac:chgData name="Yamini Pothana" userId="29d128bb-cdcd-48af-8374-f5ffcc646036" providerId="ADAL" clId="{9C473F42-8651-48F0-9A12-1E00482D55E4}" dt="2026-02-06T06:22:18.753" v="2290" actId="207"/>
          <ac:spMkLst>
            <pc:docMk/>
            <pc:sldMk cId="3584497255" sldId="264"/>
            <ac:spMk id="9" creationId="{1DF04E61-533B-907B-EA3A-47CAB2F509AE}"/>
          </ac:spMkLst>
        </pc:spChg>
        <pc:spChg chg="del">
          <ac:chgData name="Yamini Pothana" userId="29d128bb-cdcd-48af-8374-f5ffcc646036" providerId="ADAL" clId="{9C473F42-8651-48F0-9A12-1E00482D55E4}" dt="2026-02-06T06:27:24.136" v="2325" actId="478"/>
          <ac:spMkLst>
            <pc:docMk/>
            <pc:sldMk cId="3584497255" sldId="264"/>
            <ac:spMk id="10" creationId="{8BFDC156-CDBB-2DDC-6727-F837C53D7EA7}"/>
          </ac:spMkLst>
        </pc:spChg>
        <pc:spChg chg="del mod">
          <ac:chgData name="Yamini Pothana" userId="29d128bb-cdcd-48af-8374-f5ffcc646036" providerId="ADAL" clId="{9C473F42-8651-48F0-9A12-1E00482D55E4}" dt="2026-02-05T13:06:35.501" v="1873" actId="478"/>
          <ac:spMkLst>
            <pc:docMk/>
            <pc:sldMk cId="3584497255" sldId="264"/>
            <ac:spMk id="11" creationId="{7C94ABE8-8E00-5777-1DC5-7FFB7B421B9C}"/>
          </ac:spMkLst>
        </pc:spChg>
        <pc:spChg chg="add mod topLvl">
          <ac:chgData name="Yamini Pothana" userId="29d128bb-cdcd-48af-8374-f5ffcc646036" providerId="ADAL" clId="{9C473F42-8651-48F0-9A12-1E00482D55E4}" dt="2026-02-06T06:21:17.873" v="2282" actId="208"/>
          <ac:spMkLst>
            <pc:docMk/>
            <pc:sldMk cId="3584497255" sldId="264"/>
            <ac:spMk id="12" creationId="{D6EC173D-82C5-AE5A-11F7-943F3B9FF3F4}"/>
          </ac:spMkLst>
        </pc:spChg>
        <pc:spChg chg="add mod topLvl">
          <ac:chgData name="Yamini Pothana" userId="29d128bb-cdcd-48af-8374-f5ffcc646036" providerId="ADAL" clId="{9C473F42-8651-48F0-9A12-1E00482D55E4}" dt="2026-02-06T06:21:17.873" v="2282" actId="208"/>
          <ac:spMkLst>
            <pc:docMk/>
            <pc:sldMk cId="3584497255" sldId="264"/>
            <ac:spMk id="13" creationId="{996475E3-8BAA-2398-774E-0460BA3253C3}"/>
          </ac:spMkLst>
        </pc:spChg>
        <pc:spChg chg="add mod topLvl">
          <ac:chgData name="Yamini Pothana" userId="29d128bb-cdcd-48af-8374-f5ffcc646036" providerId="ADAL" clId="{9C473F42-8651-48F0-9A12-1E00482D55E4}" dt="2026-02-06T06:21:48.588" v="2288" actId="208"/>
          <ac:spMkLst>
            <pc:docMk/>
            <pc:sldMk cId="3584497255" sldId="264"/>
            <ac:spMk id="14" creationId="{FB0A6442-5A1A-5D8E-DE07-3777533291F0}"/>
          </ac:spMkLst>
        </pc:spChg>
        <pc:spChg chg="add mod topLvl">
          <ac:chgData name="Yamini Pothana" userId="29d128bb-cdcd-48af-8374-f5ffcc646036" providerId="ADAL" clId="{9C473F42-8651-48F0-9A12-1E00482D55E4}" dt="2026-02-06T06:21:38.313" v="2286" actId="208"/>
          <ac:spMkLst>
            <pc:docMk/>
            <pc:sldMk cId="3584497255" sldId="264"/>
            <ac:spMk id="15" creationId="{49FFA12C-E3F0-B84F-3C22-8CBD843B48FC}"/>
          </ac:spMkLst>
        </pc:spChg>
        <pc:spChg chg="add del mod">
          <ac:chgData name="Yamini Pothana" userId="29d128bb-cdcd-48af-8374-f5ffcc646036" providerId="ADAL" clId="{9C473F42-8651-48F0-9A12-1E00482D55E4}" dt="2026-02-05T06:30:51.929" v="1016" actId="478"/>
          <ac:spMkLst>
            <pc:docMk/>
            <pc:sldMk cId="3584497255" sldId="264"/>
            <ac:spMk id="16" creationId="{BB654E7C-4C41-52D5-06AD-DB344F1EB055}"/>
          </ac:spMkLst>
        </pc:spChg>
        <pc:spChg chg="add mod topLvl">
          <ac:chgData name="Yamini Pothana" userId="29d128bb-cdcd-48af-8374-f5ffcc646036" providerId="ADAL" clId="{9C473F42-8651-48F0-9A12-1E00482D55E4}" dt="2026-02-06T06:20:52.425" v="2278" actId="208"/>
          <ac:spMkLst>
            <pc:docMk/>
            <pc:sldMk cId="3584497255" sldId="264"/>
            <ac:spMk id="18" creationId="{4A9AEFA4-4C5F-C194-3D5E-E97ACD4DBC30}"/>
          </ac:spMkLst>
        </pc:spChg>
        <pc:spChg chg="add del mod">
          <ac:chgData name="Yamini Pothana" userId="29d128bb-cdcd-48af-8374-f5ffcc646036" providerId="ADAL" clId="{9C473F42-8651-48F0-9A12-1E00482D55E4}" dt="2026-02-05T06:32:13.248" v="1028" actId="478"/>
          <ac:spMkLst>
            <pc:docMk/>
            <pc:sldMk cId="3584497255" sldId="264"/>
            <ac:spMk id="19" creationId="{6B94E2CE-65A1-5CAC-CCFF-1914566D7C22}"/>
          </ac:spMkLst>
        </pc:spChg>
        <pc:spChg chg="add del mod">
          <ac:chgData name="Yamini Pothana" userId="29d128bb-cdcd-48af-8374-f5ffcc646036" providerId="ADAL" clId="{9C473F42-8651-48F0-9A12-1E00482D55E4}" dt="2026-02-05T13:12:57.141" v="1979" actId="478"/>
          <ac:spMkLst>
            <pc:docMk/>
            <pc:sldMk cId="3584497255" sldId="264"/>
            <ac:spMk id="20" creationId="{85FA0DA4-39AE-C571-66A8-19A537CD0486}"/>
          </ac:spMkLst>
        </pc:spChg>
        <pc:spChg chg="add mod">
          <ac:chgData name="Yamini Pothana" userId="29d128bb-cdcd-48af-8374-f5ffcc646036" providerId="ADAL" clId="{9C473F42-8651-48F0-9A12-1E00482D55E4}" dt="2026-02-06T06:21:24.981" v="2283" actId="208"/>
          <ac:spMkLst>
            <pc:docMk/>
            <pc:sldMk cId="3584497255" sldId="264"/>
            <ac:spMk id="21" creationId="{BE469D56-A216-DA37-5D39-04762E52FCE9}"/>
          </ac:spMkLst>
        </pc:spChg>
        <pc:spChg chg="add mod topLvl">
          <ac:chgData name="Yamini Pothana" userId="29d128bb-cdcd-48af-8374-f5ffcc646036" providerId="ADAL" clId="{9C473F42-8651-48F0-9A12-1E00482D55E4}" dt="2026-02-06T06:20:52.425" v="2278" actId="208"/>
          <ac:spMkLst>
            <pc:docMk/>
            <pc:sldMk cId="3584497255" sldId="264"/>
            <ac:spMk id="22" creationId="{9CCB6A1A-27E0-6A90-DE88-E49120C4E520}"/>
          </ac:spMkLst>
        </pc:spChg>
        <pc:spChg chg="add del">
          <ac:chgData name="Yamini Pothana" userId="29d128bb-cdcd-48af-8374-f5ffcc646036" providerId="ADAL" clId="{9C473F42-8651-48F0-9A12-1E00482D55E4}" dt="2026-02-05T06:41:53.232" v="1093" actId="478"/>
          <ac:spMkLst>
            <pc:docMk/>
            <pc:sldMk cId="3584497255" sldId="264"/>
            <ac:spMk id="24" creationId="{7BC463FD-BC6D-6A0E-0C77-942A70672D0C}"/>
          </ac:spMkLst>
        </pc:spChg>
        <pc:spChg chg="add del mod">
          <ac:chgData name="Yamini Pothana" userId="29d128bb-cdcd-48af-8374-f5ffcc646036" providerId="ADAL" clId="{9C473F42-8651-48F0-9A12-1E00482D55E4}" dt="2026-02-05T06:47:31.291" v="1116" actId="478"/>
          <ac:spMkLst>
            <pc:docMk/>
            <pc:sldMk cId="3584497255" sldId="264"/>
            <ac:spMk id="25" creationId="{26A3067E-D352-9740-A360-45C1BAE4E43A}"/>
          </ac:spMkLst>
        </pc:spChg>
        <pc:spChg chg="add del mod">
          <ac:chgData name="Yamini Pothana" userId="29d128bb-cdcd-48af-8374-f5ffcc646036" providerId="ADAL" clId="{9C473F42-8651-48F0-9A12-1E00482D55E4}" dt="2026-02-05T06:47:31.291" v="1116" actId="478"/>
          <ac:spMkLst>
            <pc:docMk/>
            <pc:sldMk cId="3584497255" sldId="264"/>
            <ac:spMk id="26" creationId="{ECAD9F1C-ACDE-01CD-E0D4-0CAEA1B01DA8}"/>
          </ac:spMkLst>
        </pc:spChg>
        <pc:spChg chg="add del mod">
          <ac:chgData name="Yamini Pothana" userId="29d128bb-cdcd-48af-8374-f5ffcc646036" providerId="ADAL" clId="{9C473F42-8651-48F0-9A12-1E00482D55E4}" dt="2026-02-05T06:47:31.291" v="1116" actId="478"/>
          <ac:spMkLst>
            <pc:docMk/>
            <pc:sldMk cId="3584497255" sldId="264"/>
            <ac:spMk id="27" creationId="{18030F9F-B0F4-EB75-8F94-0A06161CE13F}"/>
          </ac:spMkLst>
        </pc:spChg>
        <pc:spChg chg="add del mod">
          <ac:chgData name="Yamini Pothana" userId="29d128bb-cdcd-48af-8374-f5ffcc646036" providerId="ADAL" clId="{9C473F42-8651-48F0-9A12-1E00482D55E4}" dt="2026-02-05T06:47:31.291" v="1116" actId="478"/>
          <ac:spMkLst>
            <pc:docMk/>
            <pc:sldMk cId="3584497255" sldId="264"/>
            <ac:spMk id="28" creationId="{F743C193-784C-5D87-E91D-1A0B71CD801E}"/>
          </ac:spMkLst>
        </pc:spChg>
        <pc:spChg chg="add del mod">
          <ac:chgData name="Yamini Pothana" userId="29d128bb-cdcd-48af-8374-f5ffcc646036" providerId="ADAL" clId="{9C473F42-8651-48F0-9A12-1E00482D55E4}" dt="2026-02-05T06:49:00.399" v="1129" actId="478"/>
          <ac:spMkLst>
            <pc:docMk/>
            <pc:sldMk cId="3584497255" sldId="264"/>
            <ac:spMk id="29" creationId="{A7875DD0-2F39-EDDF-BDD1-5D63E416CD4E}"/>
          </ac:spMkLst>
        </pc:spChg>
        <pc:spChg chg="add del mod">
          <ac:chgData name="Yamini Pothana" userId="29d128bb-cdcd-48af-8374-f5ffcc646036" providerId="ADAL" clId="{9C473F42-8651-48F0-9A12-1E00482D55E4}" dt="2026-02-05T06:47:31.291" v="1116" actId="478"/>
          <ac:spMkLst>
            <pc:docMk/>
            <pc:sldMk cId="3584497255" sldId="264"/>
            <ac:spMk id="30" creationId="{54C8AADC-CFF8-D26B-E0AC-017CCF95D3E2}"/>
          </ac:spMkLst>
        </pc:spChg>
        <pc:spChg chg="add mod">
          <ac:chgData name="Yamini Pothana" userId="29d128bb-cdcd-48af-8374-f5ffcc646036" providerId="ADAL" clId="{9C473F42-8651-48F0-9A12-1E00482D55E4}" dt="2026-02-06T06:23:00.974" v="2291" actId="208"/>
          <ac:spMkLst>
            <pc:docMk/>
            <pc:sldMk cId="3584497255" sldId="264"/>
            <ac:spMk id="50" creationId="{E22CB7B7-01FC-75F4-5E01-E8D7619A83EB}"/>
          </ac:spMkLst>
        </pc:spChg>
        <pc:spChg chg="add mod">
          <ac:chgData name="Yamini Pothana" userId="29d128bb-cdcd-48af-8374-f5ffcc646036" providerId="ADAL" clId="{9C473F42-8651-48F0-9A12-1E00482D55E4}" dt="2026-02-06T06:41:31.717" v="2435" actId="14100"/>
          <ac:spMkLst>
            <pc:docMk/>
            <pc:sldMk cId="3584497255" sldId="264"/>
            <ac:spMk id="51" creationId="{903E50AC-287A-71CD-BC20-F46D6DA1B01D}"/>
          </ac:spMkLst>
        </pc:spChg>
        <pc:spChg chg="mod">
          <ac:chgData name="Yamini Pothana" userId="29d128bb-cdcd-48af-8374-f5ffcc646036" providerId="ADAL" clId="{9C473F42-8651-48F0-9A12-1E00482D55E4}" dt="2026-02-06T06:23:56.811" v="2300" actId="14100"/>
          <ac:spMkLst>
            <pc:docMk/>
            <pc:sldMk cId="3584497255" sldId="264"/>
            <ac:spMk id="54" creationId="{1F59077B-81DA-3AF8-2B07-E18935BEDA64}"/>
          </ac:spMkLst>
        </pc:spChg>
        <pc:spChg chg="mod">
          <ac:chgData name="Yamini Pothana" userId="29d128bb-cdcd-48af-8374-f5ffcc646036" providerId="ADAL" clId="{9C473F42-8651-48F0-9A12-1E00482D55E4}" dt="2026-02-06T06:41:38.224" v="2436" actId="14100"/>
          <ac:spMkLst>
            <pc:docMk/>
            <pc:sldMk cId="3584497255" sldId="264"/>
            <ac:spMk id="55" creationId="{C8210A75-DC95-3260-5551-96696D4D240B}"/>
          </ac:spMkLst>
        </pc:spChg>
        <pc:spChg chg="mod">
          <ac:chgData name="Yamini Pothana" userId="29d128bb-cdcd-48af-8374-f5ffcc646036" providerId="ADAL" clId="{9C473F42-8651-48F0-9A12-1E00482D55E4}" dt="2026-02-06T06:27:14.429" v="2324" actId="14100"/>
          <ac:spMkLst>
            <pc:docMk/>
            <pc:sldMk cId="3584497255" sldId="264"/>
            <ac:spMk id="57" creationId="{42E360DE-1C28-252C-ABD6-F2BEB75B069D}"/>
          </ac:spMkLst>
        </pc:spChg>
        <pc:spChg chg="mod">
          <ac:chgData name="Yamini Pothana" userId="29d128bb-cdcd-48af-8374-f5ffcc646036" providerId="ADAL" clId="{9C473F42-8651-48F0-9A12-1E00482D55E4}" dt="2026-02-06T06:23:24.891" v="2294" actId="208"/>
          <ac:spMkLst>
            <pc:docMk/>
            <pc:sldMk cId="3584497255" sldId="264"/>
            <ac:spMk id="58" creationId="{491E3377-9E2E-8F61-8DF0-1B17E3A1D1DD}"/>
          </ac:spMkLst>
        </pc:spChg>
        <pc:spChg chg="mod">
          <ac:chgData name="Yamini Pothana" userId="29d128bb-cdcd-48af-8374-f5ffcc646036" providerId="ADAL" clId="{9C473F42-8651-48F0-9A12-1E00482D55E4}" dt="2026-02-06T06:23:00.974" v="2291" actId="208"/>
          <ac:spMkLst>
            <pc:docMk/>
            <pc:sldMk cId="3584497255" sldId="264"/>
            <ac:spMk id="60" creationId="{69E3F9FE-F5C6-FF44-BD04-02C1DBC0BBE5}"/>
          </ac:spMkLst>
        </pc:spChg>
        <pc:spChg chg="mod">
          <ac:chgData name="Yamini Pothana" userId="29d128bb-cdcd-48af-8374-f5ffcc646036" providerId="ADAL" clId="{9C473F42-8651-48F0-9A12-1E00482D55E4}" dt="2026-02-06T06:24:37.180" v="2308" actId="208"/>
          <ac:spMkLst>
            <pc:docMk/>
            <pc:sldMk cId="3584497255" sldId="264"/>
            <ac:spMk id="61" creationId="{8D922C69-F58C-E476-21A6-15D9640CB357}"/>
          </ac:spMkLst>
        </pc:spChg>
        <pc:spChg chg="add mod">
          <ac:chgData name="Yamini Pothana" userId="29d128bb-cdcd-48af-8374-f5ffcc646036" providerId="ADAL" clId="{9C473F42-8651-48F0-9A12-1E00482D55E4}" dt="2026-02-06T06:23:00.974" v="2291" actId="208"/>
          <ac:spMkLst>
            <pc:docMk/>
            <pc:sldMk cId="3584497255" sldId="264"/>
            <ac:spMk id="66" creationId="{73877299-9A2C-7A91-6E39-9D3FCDB43FF4}"/>
          </ac:spMkLst>
        </pc:spChg>
        <pc:spChg chg="add mod">
          <ac:chgData name="Yamini Pothana" userId="29d128bb-cdcd-48af-8374-f5ffcc646036" providerId="ADAL" clId="{9C473F42-8651-48F0-9A12-1E00482D55E4}" dt="2026-02-06T06:23:34.228" v="2296" actId="208"/>
          <ac:spMkLst>
            <pc:docMk/>
            <pc:sldMk cId="3584497255" sldId="264"/>
            <ac:spMk id="67" creationId="{8279BC79-2F1A-87B9-78ED-FB7291CC6339}"/>
          </ac:spMkLst>
        </pc:spChg>
        <pc:spChg chg="add del mod">
          <ac:chgData name="Yamini Pothana" userId="29d128bb-cdcd-48af-8374-f5ffcc646036" providerId="ADAL" clId="{9C473F42-8651-48F0-9A12-1E00482D55E4}" dt="2026-02-05T13:06:52.109" v="1875" actId="478"/>
          <ac:spMkLst>
            <pc:docMk/>
            <pc:sldMk cId="3584497255" sldId="264"/>
            <ac:spMk id="94" creationId="{4B7B7ECD-8462-0AD7-335A-109E881C4691}"/>
          </ac:spMkLst>
        </pc:spChg>
        <pc:spChg chg="add mod">
          <ac:chgData name="Yamini Pothana" userId="29d128bb-cdcd-48af-8374-f5ffcc646036" providerId="ADAL" clId="{9C473F42-8651-48F0-9A12-1E00482D55E4}" dt="2026-02-05T13:10:13.917" v="1894" actId="571"/>
          <ac:spMkLst>
            <pc:docMk/>
            <pc:sldMk cId="3584497255" sldId="264"/>
            <ac:spMk id="95" creationId="{0EF16A8A-4B79-984A-8400-165F39E9F670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98" creationId="{CF35E7C4-782C-4E39-E44B-F48BDB0286D6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99" creationId="{94C3DDD4-5EEB-C930-57E1-8AC4065A311D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100" creationId="{D1F5B6C4-EEEE-E35D-66C2-A2012B3934F0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101" creationId="{E4C8D749-3407-02A2-936A-3B2DFA8DE908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102" creationId="{F2541195-40B8-8120-2B13-D79135BC9936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103" creationId="{F653A67F-487A-162F-43C0-FA28FB532085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104" creationId="{3433CD8A-9553-D90C-D519-5707363300B3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105" creationId="{BABDB543-5D6D-E292-7520-CFBBD013E2CA}"/>
          </ac:spMkLst>
        </pc:spChg>
        <pc:spChg chg="mod">
          <ac:chgData name="Yamini Pothana" userId="29d128bb-cdcd-48af-8374-f5ffcc646036" providerId="ADAL" clId="{9C473F42-8651-48F0-9A12-1E00482D55E4}" dt="2026-02-05T13:12:13.220" v="1919" actId="571"/>
          <ac:spMkLst>
            <pc:docMk/>
            <pc:sldMk cId="3584497255" sldId="264"/>
            <ac:spMk id="106" creationId="{26A8D864-E96A-0106-E241-9AE37B0423EC}"/>
          </ac:spMkLst>
        </pc:spChg>
        <pc:spChg chg="add mod">
          <ac:chgData name="Yamini Pothana" userId="29d128bb-cdcd-48af-8374-f5ffcc646036" providerId="ADAL" clId="{9C473F42-8651-48F0-9A12-1E00482D55E4}" dt="2026-02-06T06:20:52.425" v="2278" actId="208"/>
          <ac:spMkLst>
            <pc:docMk/>
            <pc:sldMk cId="3584497255" sldId="264"/>
            <ac:spMk id="107" creationId="{94D2B42B-9543-1627-8097-E1DB491AB415}"/>
          </ac:spMkLst>
        </pc:spChg>
        <pc:grpChg chg="add del mod">
          <ac:chgData name="Yamini Pothana" userId="29d128bb-cdcd-48af-8374-f5ffcc646036" providerId="ADAL" clId="{9C473F42-8651-48F0-9A12-1E00482D55E4}" dt="2026-02-05T13:08:11.692" v="1879" actId="165"/>
          <ac:grpSpMkLst>
            <pc:docMk/>
            <pc:sldMk cId="3584497255" sldId="264"/>
            <ac:grpSpMk id="23" creationId="{13779B85-51F8-8843-AB0F-7563E94F746F}"/>
          </ac:grpSpMkLst>
        </pc:grpChg>
        <pc:grpChg chg="add mod">
          <ac:chgData name="Yamini Pothana" userId="29d128bb-cdcd-48af-8374-f5ffcc646036" providerId="ADAL" clId="{9C473F42-8651-48F0-9A12-1E00482D55E4}" dt="2026-02-05T07:00:06.447" v="1259" actId="164"/>
          <ac:grpSpMkLst>
            <pc:docMk/>
            <pc:sldMk cId="3584497255" sldId="264"/>
            <ac:grpSpMk id="52" creationId="{D848D5CD-04BD-3FCD-5BFD-CBD0D1CEA540}"/>
          </ac:grpSpMkLst>
        </pc:grpChg>
        <pc:grpChg chg="add mod">
          <ac:chgData name="Yamini Pothana" userId="29d128bb-cdcd-48af-8374-f5ffcc646036" providerId="ADAL" clId="{9C473F42-8651-48F0-9A12-1E00482D55E4}" dt="2026-02-05T07:00:06.447" v="1259" actId="164"/>
          <ac:grpSpMkLst>
            <pc:docMk/>
            <pc:sldMk cId="3584497255" sldId="264"/>
            <ac:grpSpMk id="53" creationId="{37CE6C92-B98A-1EA5-27E6-423DCAFA80BB}"/>
          </ac:grpSpMkLst>
        </pc:grpChg>
        <pc:grpChg chg="add mod">
          <ac:chgData name="Yamini Pothana" userId="29d128bb-cdcd-48af-8374-f5ffcc646036" providerId="ADAL" clId="{9C473F42-8651-48F0-9A12-1E00482D55E4}" dt="2026-02-05T07:00:06.447" v="1259" actId="164"/>
          <ac:grpSpMkLst>
            <pc:docMk/>
            <pc:sldMk cId="3584497255" sldId="264"/>
            <ac:grpSpMk id="56" creationId="{5FAEC05C-E0F4-FEE1-DCD3-A4E76F601A37}"/>
          </ac:grpSpMkLst>
        </pc:grpChg>
        <pc:grpChg chg="add mod">
          <ac:chgData name="Yamini Pothana" userId="29d128bb-cdcd-48af-8374-f5ffcc646036" providerId="ADAL" clId="{9C473F42-8651-48F0-9A12-1E00482D55E4}" dt="2026-02-05T07:00:06.447" v="1259" actId="164"/>
          <ac:grpSpMkLst>
            <pc:docMk/>
            <pc:sldMk cId="3584497255" sldId="264"/>
            <ac:grpSpMk id="59" creationId="{025589AB-21FE-6B8A-4A1F-854C0F08B699}"/>
          </ac:grpSpMkLst>
        </pc:grpChg>
        <pc:grpChg chg="add mod">
          <ac:chgData name="Yamini Pothana" userId="29d128bb-cdcd-48af-8374-f5ffcc646036" providerId="ADAL" clId="{9C473F42-8651-48F0-9A12-1E00482D55E4}" dt="2026-02-06T06:27:10.150" v="2323" actId="1076"/>
          <ac:grpSpMkLst>
            <pc:docMk/>
            <pc:sldMk cId="3584497255" sldId="264"/>
            <ac:grpSpMk id="92" creationId="{320A1240-E60D-A141-A1A7-182DBE9D9C11}"/>
          </ac:grpSpMkLst>
        </pc:grpChg>
        <pc:grpChg chg="add del mod">
          <ac:chgData name="Yamini Pothana" userId="29d128bb-cdcd-48af-8374-f5ffcc646036" providerId="ADAL" clId="{9C473F42-8651-48F0-9A12-1E00482D55E4}" dt="2026-02-05T13:15:52.100" v="2010" actId="165"/>
          <ac:grpSpMkLst>
            <pc:docMk/>
            <pc:sldMk cId="3584497255" sldId="264"/>
            <ac:grpSpMk id="96" creationId="{72B73258-D5BB-431E-A9B9-38E674CC7AA6}"/>
          </ac:grpSpMkLst>
        </pc:grpChg>
        <pc:grpChg chg="add mod">
          <ac:chgData name="Yamini Pothana" userId="29d128bb-cdcd-48af-8374-f5ffcc646036" providerId="ADAL" clId="{9C473F42-8651-48F0-9A12-1E00482D55E4}" dt="2026-02-05T13:12:13.220" v="1919" actId="571"/>
          <ac:grpSpMkLst>
            <pc:docMk/>
            <pc:sldMk cId="3584497255" sldId="264"/>
            <ac:grpSpMk id="97" creationId="{1A7195B4-AACA-DA12-877F-A5DC1EC671C1}"/>
          </ac:grpSpMkLst>
        </pc:grpChg>
        <pc:grpChg chg="add mod">
          <ac:chgData name="Yamini Pothana" userId="29d128bb-cdcd-48af-8374-f5ffcc646036" providerId="ADAL" clId="{9C473F42-8651-48F0-9A12-1E00482D55E4}" dt="2026-02-05T13:20:37.121" v="2045" actId="164"/>
          <ac:grpSpMkLst>
            <pc:docMk/>
            <pc:sldMk cId="3584497255" sldId="264"/>
            <ac:grpSpMk id="109" creationId="{7EE61FD0-79CF-6245-FD5E-44146FCD2CAD}"/>
          </ac:grpSpMkLst>
        </pc:grpChg>
        <pc:grpChg chg="add mod">
          <ac:chgData name="Yamini Pothana" userId="29d128bb-cdcd-48af-8374-f5ffcc646036" providerId="ADAL" clId="{9C473F42-8651-48F0-9A12-1E00482D55E4}" dt="2026-02-06T06:20:31.795" v="2276" actId="207"/>
          <ac:grpSpMkLst>
            <pc:docMk/>
            <pc:sldMk cId="3584497255" sldId="264"/>
            <ac:grpSpMk id="110" creationId="{DA38D1AB-2BBF-51FF-D647-409FD8C54ADB}"/>
          </ac:grpSpMkLst>
        </pc:grpChg>
        <pc:picChg chg="del">
          <ac:chgData name="Yamini Pothana" userId="29d128bb-cdcd-48af-8374-f5ffcc646036" providerId="ADAL" clId="{9C473F42-8651-48F0-9A12-1E00482D55E4}" dt="2026-02-05T06:16:04.535" v="933" actId="478"/>
          <ac:picMkLst>
            <pc:docMk/>
            <pc:sldMk cId="3584497255" sldId="264"/>
            <ac:picMk id="6" creationId="{99B2BCDD-0EA1-D4C5-9159-AB48530EE216}"/>
          </ac:picMkLst>
        </pc:picChg>
        <pc:cxnChg chg="add del mod">
          <ac:chgData name="Yamini Pothana" userId="29d128bb-cdcd-48af-8374-f5ffcc646036" providerId="ADAL" clId="{9C473F42-8651-48F0-9A12-1E00482D55E4}" dt="2026-02-05T06:49:02.370" v="1130" actId="478"/>
          <ac:cxnSpMkLst>
            <pc:docMk/>
            <pc:sldMk cId="3584497255" sldId="264"/>
            <ac:cxnSpMk id="32" creationId="{34C0C4FB-1C7C-FA9E-45CE-BF35A39D2124}"/>
          </ac:cxnSpMkLst>
        </pc:cxnChg>
        <pc:cxnChg chg="add del">
          <ac:chgData name="Yamini Pothana" userId="29d128bb-cdcd-48af-8374-f5ffcc646036" providerId="ADAL" clId="{9C473F42-8651-48F0-9A12-1E00482D55E4}" dt="2026-02-05T06:49:29.199" v="1132" actId="478"/>
          <ac:cxnSpMkLst>
            <pc:docMk/>
            <pc:sldMk cId="3584497255" sldId="264"/>
            <ac:cxnSpMk id="38" creationId="{91256C89-B2DB-6245-2A25-036EA0658151}"/>
          </ac:cxnSpMkLst>
        </pc:cxnChg>
        <pc:cxnChg chg="add del mod">
          <ac:chgData name="Yamini Pothana" userId="29d128bb-cdcd-48af-8374-f5ffcc646036" providerId="ADAL" clId="{9C473F42-8651-48F0-9A12-1E00482D55E4}" dt="2026-02-05T06:51:31.261" v="1154" actId="478"/>
          <ac:cxnSpMkLst>
            <pc:docMk/>
            <pc:sldMk cId="3584497255" sldId="264"/>
            <ac:cxnSpMk id="40" creationId="{4AD9D167-AE96-BDF2-4C97-98D479D0B340}"/>
          </ac:cxnSpMkLst>
        </pc:cxnChg>
        <pc:cxnChg chg="add del mod">
          <ac:chgData name="Yamini Pothana" userId="29d128bb-cdcd-48af-8374-f5ffcc646036" providerId="ADAL" clId="{9C473F42-8651-48F0-9A12-1E00482D55E4}" dt="2026-02-05T06:51:07.397" v="1150" actId="478"/>
          <ac:cxnSpMkLst>
            <pc:docMk/>
            <pc:sldMk cId="3584497255" sldId="264"/>
            <ac:cxnSpMk id="42" creationId="{5E6264CC-8615-D912-62AB-C886864C4CF0}"/>
          </ac:cxnSpMkLst>
        </pc:cxnChg>
        <pc:cxnChg chg="add del mod">
          <ac:chgData name="Yamini Pothana" userId="29d128bb-cdcd-48af-8374-f5ffcc646036" providerId="ADAL" clId="{9C473F42-8651-48F0-9A12-1E00482D55E4}" dt="2026-02-05T06:51:29.716" v="1153" actId="478"/>
          <ac:cxnSpMkLst>
            <pc:docMk/>
            <pc:sldMk cId="3584497255" sldId="264"/>
            <ac:cxnSpMk id="49" creationId="{C2BE7F30-86EF-4FBC-5348-16ACC73724C9}"/>
          </ac:cxnSpMkLst>
        </pc:cxnChg>
        <pc:cxnChg chg="add del mod">
          <ac:chgData name="Yamini Pothana" userId="29d128bb-cdcd-48af-8374-f5ffcc646036" providerId="ADAL" clId="{9C473F42-8651-48F0-9A12-1E00482D55E4}" dt="2026-02-05T06:53:49.549" v="1199" actId="11529"/>
          <ac:cxnSpMkLst>
            <pc:docMk/>
            <pc:sldMk cId="3584497255" sldId="264"/>
            <ac:cxnSpMk id="63" creationId="{99DCE353-B599-A2B1-CA72-F567C722C87F}"/>
          </ac:cxnSpMkLst>
        </pc:cxnChg>
        <pc:cxnChg chg="add del mod">
          <ac:chgData name="Yamini Pothana" userId="29d128bb-cdcd-48af-8374-f5ffcc646036" providerId="ADAL" clId="{9C473F42-8651-48F0-9A12-1E00482D55E4}" dt="2026-02-05T06:53:49.166" v="1198" actId="11529"/>
          <ac:cxnSpMkLst>
            <pc:docMk/>
            <pc:sldMk cId="3584497255" sldId="264"/>
            <ac:cxnSpMk id="65" creationId="{1C1B43AC-98F8-643E-1CB1-E467FBFC4304}"/>
          </ac:cxnSpMkLst>
        </pc:cxnChg>
        <pc:cxnChg chg="add mod">
          <ac:chgData name="Yamini Pothana" userId="29d128bb-cdcd-48af-8374-f5ffcc646036" providerId="ADAL" clId="{9C473F42-8651-48F0-9A12-1E00482D55E4}" dt="2026-02-06T06:42:15.892" v="2438" actId="14100"/>
          <ac:cxnSpMkLst>
            <pc:docMk/>
            <pc:sldMk cId="3584497255" sldId="264"/>
            <ac:cxnSpMk id="69" creationId="{C764A293-E863-2075-2786-651B367A4741}"/>
          </ac:cxnSpMkLst>
        </pc:cxnChg>
        <pc:cxnChg chg="add mod">
          <ac:chgData name="Yamini Pothana" userId="29d128bb-cdcd-48af-8374-f5ffcc646036" providerId="ADAL" clId="{9C473F42-8651-48F0-9A12-1E00482D55E4}" dt="2026-02-06T06:42:10.381" v="2437" actId="14100"/>
          <ac:cxnSpMkLst>
            <pc:docMk/>
            <pc:sldMk cId="3584497255" sldId="264"/>
            <ac:cxnSpMk id="70" creationId="{DE882FAA-3FAC-233B-C97E-59551D3EA569}"/>
          </ac:cxnSpMkLst>
        </pc:cxnChg>
        <pc:cxnChg chg="add mod">
          <ac:chgData name="Yamini Pothana" userId="29d128bb-cdcd-48af-8374-f5ffcc646036" providerId="ADAL" clId="{9C473F42-8651-48F0-9A12-1E00482D55E4}" dt="2026-02-06T06:23:18.141" v="2293" actId="14100"/>
          <ac:cxnSpMkLst>
            <pc:docMk/>
            <pc:sldMk cId="3584497255" sldId="264"/>
            <ac:cxnSpMk id="75" creationId="{38904923-458D-627C-F396-2C55E3DF5E9C}"/>
          </ac:cxnSpMkLst>
        </pc:cxnChg>
        <pc:cxnChg chg="add mod">
          <ac:chgData name="Yamini Pothana" userId="29d128bb-cdcd-48af-8374-f5ffcc646036" providerId="ADAL" clId="{9C473F42-8651-48F0-9A12-1E00482D55E4}" dt="2026-02-06T06:26:04.672" v="2321" actId="14100"/>
          <ac:cxnSpMkLst>
            <pc:docMk/>
            <pc:sldMk cId="3584497255" sldId="264"/>
            <ac:cxnSpMk id="78" creationId="{21ABED1C-846C-F072-3774-86B67230FDF9}"/>
          </ac:cxnSpMkLst>
        </pc:cxnChg>
      </pc:sldChg>
      <pc:sldChg chg="addSp delSp modSp new del mod">
        <pc:chgData name="Yamini Pothana" userId="29d128bb-cdcd-48af-8374-f5ffcc646036" providerId="ADAL" clId="{9C473F42-8651-48F0-9A12-1E00482D55E4}" dt="2026-02-05T09:46:51.493" v="1842" actId="47"/>
        <pc:sldMkLst>
          <pc:docMk/>
          <pc:sldMk cId="1982850563" sldId="265"/>
        </pc:sldMkLst>
        <pc:spChg chg="add del">
          <ac:chgData name="Yamini Pothana" userId="29d128bb-cdcd-48af-8374-f5ffcc646036" providerId="ADAL" clId="{9C473F42-8651-48F0-9A12-1E00482D55E4}" dt="2026-02-05T07:40:57.904" v="1505" actId="478"/>
          <ac:spMkLst>
            <pc:docMk/>
            <pc:sldMk cId="1982850563" sldId="265"/>
            <ac:spMk id="5" creationId="{3D3ACB51-BA6A-4CBB-F6DE-F214E0902995}"/>
          </ac:spMkLst>
        </pc:spChg>
        <pc:spChg chg="add del mod">
          <ac:chgData name="Yamini Pothana" userId="29d128bb-cdcd-48af-8374-f5ffcc646036" providerId="ADAL" clId="{9C473F42-8651-48F0-9A12-1E00482D55E4}" dt="2026-02-05T08:35:03.655" v="1628" actId="478"/>
          <ac:spMkLst>
            <pc:docMk/>
            <pc:sldMk cId="1982850563" sldId="265"/>
            <ac:spMk id="7" creationId="{AA48138A-9D65-4A3B-AD04-0144C55F2500}"/>
          </ac:spMkLst>
        </pc:spChg>
        <pc:spChg chg="add del mod">
          <ac:chgData name="Yamini Pothana" userId="29d128bb-cdcd-48af-8374-f5ffcc646036" providerId="ADAL" clId="{9C473F42-8651-48F0-9A12-1E00482D55E4}" dt="2026-02-05T08:56:23.092" v="1676" actId="478"/>
          <ac:spMkLst>
            <pc:docMk/>
            <pc:sldMk cId="1982850563" sldId="265"/>
            <ac:spMk id="27" creationId="{9AF33BFA-13F6-9E67-3A8E-3B135FC6F04D}"/>
          </ac:spMkLst>
        </pc:spChg>
      </pc:sldChg>
      <pc:sldChg chg="addSp delSp modSp add mod ord modAnim">
        <pc:chgData name="Yamini Pothana" userId="29d128bb-cdcd-48af-8374-f5ffcc646036" providerId="ADAL" clId="{9C473F42-8651-48F0-9A12-1E00482D55E4}" dt="2026-02-06T06:27:50.559" v="2326" actId="1076"/>
        <pc:sldMkLst>
          <pc:docMk/>
          <pc:sldMk cId="915252703" sldId="266"/>
        </pc:sldMkLst>
        <pc:spChg chg="mod">
          <ac:chgData name="Yamini Pothana" userId="29d128bb-cdcd-48af-8374-f5ffcc646036" providerId="ADAL" clId="{9C473F42-8651-48F0-9A12-1E00482D55E4}" dt="2026-02-06T06:17:51.520" v="2264" actId="2711"/>
          <ac:spMkLst>
            <pc:docMk/>
            <pc:sldMk cId="915252703" sldId="266"/>
            <ac:spMk id="2" creationId="{D1F807AB-69C4-EEFB-333E-7613E18C5EF3}"/>
          </ac:spMkLst>
        </pc:spChg>
        <pc:spChg chg="del">
          <ac:chgData name="Yamini Pothana" userId="29d128bb-cdcd-48af-8374-f5ffcc646036" providerId="ADAL" clId="{9C473F42-8651-48F0-9A12-1E00482D55E4}" dt="2026-02-05T07:24:06.635" v="1353" actId="478"/>
          <ac:spMkLst>
            <pc:docMk/>
            <pc:sldMk cId="915252703" sldId="266"/>
            <ac:spMk id="4" creationId="{3AA0EE99-EBB4-A765-0755-1D47327A75FD}"/>
          </ac:spMkLst>
        </pc:spChg>
        <pc:spChg chg="del mod">
          <ac:chgData name="Yamini Pothana" userId="29d128bb-cdcd-48af-8374-f5ffcc646036" providerId="ADAL" clId="{9C473F42-8651-48F0-9A12-1E00482D55E4}" dt="2026-02-05T07:22:52.438" v="1344" actId="478"/>
          <ac:spMkLst>
            <pc:docMk/>
            <pc:sldMk cId="915252703" sldId="266"/>
            <ac:spMk id="9" creationId="{651531CA-6F1F-645C-0913-E4EF15F79BBD}"/>
          </ac:spMkLst>
        </pc:spChg>
        <pc:spChg chg="mod">
          <ac:chgData name="Yamini Pothana" userId="29d128bb-cdcd-48af-8374-f5ffcc646036" providerId="ADAL" clId="{9C473F42-8651-48F0-9A12-1E00482D55E4}" dt="2026-02-06T06:17:28.668" v="2261" actId="2711"/>
          <ac:spMkLst>
            <pc:docMk/>
            <pc:sldMk cId="915252703" sldId="266"/>
            <ac:spMk id="11" creationId="{458C5F72-BAED-BE8A-07B9-318D3336AAAA}"/>
          </ac:spMkLst>
        </pc:spChg>
        <pc:spChg chg="add mod">
          <ac:chgData name="Yamini Pothana" userId="29d128bb-cdcd-48af-8374-f5ffcc646036" providerId="ADAL" clId="{9C473F42-8651-48F0-9A12-1E00482D55E4}" dt="2026-02-06T06:27:50.559" v="2326" actId="1076"/>
          <ac:spMkLst>
            <pc:docMk/>
            <pc:sldMk cId="915252703" sldId="266"/>
            <ac:spMk id="12" creationId="{375F1782-E764-4626-00E6-E006FEA40F57}"/>
          </ac:spMkLst>
        </pc:spChg>
        <pc:picChg chg="del">
          <ac:chgData name="Yamini Pothana" userId="29d128bb-cdcd-48af-8374-f5ffcc646036" providerId="ADAL" clId="{9C473F42-8651-48F0-9A12-1E00482D55E4}" dt="2026-02-05T07:16:56.245" v="1301" actId="478"/>
          <ac:picMkLst>
            <pc:docMk/>
            <pc:sldMk cId="915252703" sldId="266"/>
            <ac:picMk id="6" creationId="{314BACD4-5376-C0A4-A8FB-68A19458E2B2}"/>
          </ac:picMkLst>
        </pc:picChg>
        <pc:picChg chg="add mod">
          <ac:chgData name="Yamini Pothana" userId="29d128bb-cdcd-48af-8374-f5ffcc646036" providerId="ADAL" clId="{9C473F42-8651-48F0-9A12-1E00482D55E4}" dt="2026-02-05T07:24:23.713" v="1354" actId="1076"/>
          <ac:picMkLst>
            <pc:docMk/>
            <pc:sldMk cId="915252703" sldId="266"/>
            <ac:picMk id="7" creationId="{A6978601-3D6E-90C8-1892-8C5513ECDA39}"/>
          </ac:picMkLst>
        </pc:picChg>
      </pc:sldChg>
      <pc:sldChg chg="addSp delSp modSp add mod ord modAnim">
        <pc:chgData name="Yamini Pothana" userId="29d128bb-cdcd-48af-8374-f5ffcc646036" providerId="ADAL" clId="{9C473F42-8651-48F0-9A12-1E00482D55E4}" dt="2026-02-06T06:59:38.922" v="2455" actId="1076"/>
        <pc:sldMkLst>
          <pc:docMk/>
          <pc:sldMk cId="1489657945" sldId="267"/>
        </pc:sldMkLst>
        <pc:spChg chg="mod">
          <ac:chgData name="Yamini Pothana" userId="29d128bb-cdcd-48af-8374-f5ffcc646036" providerId="ADAL" clId="{9C473F42-8651-48F0-9A12-1E00482D55E4}" dt="2026-02-06T06:59:38.922" v="2455" actId="1076"/>
          <ac:spMkLst>
            <pc:docMk/>
            <pc:sldMk cId="1489657945" sldId="267"/>
            <ac:spMk id="2" creationId="{983298C3-65D7-EE4A-A769-F73B30BF3247}"/>
          </ac:spMkLst>
        </pc:spChg>
        <pc:spChg chg="mod">
          <ac:chgData name="Yamini Pothana" userId="29d128bb-cdcd-48af-8374-f5ffcc646036" providerId="ADAL" clId="{9C473F42-8651-48F0-9A12-1E00482D55E4}" dt="2026-02-06T06:42:46.829" v="2439" actId="208"/>
          <ac:spMkLst>
            <pc:docMk/>
            <pc:sldMk cId="1489657945" sldId="267"/>
            <ac:spMk id="5" creationId="{C79F43F7-D912-A1B5-C002-FA751251F764}"/>
          </ac:spMkLst>
        </pc:spChg>
        <pc:spChg chg="mod">
          <ac:chgData name="Yamini Pothana" userId="29d128bb-cdcd-48af-8374-f5ffcc646036" providerId="ADAL" clId="{9C473F42-8651-48F0-9A12-1E00482D55E4}" dt="2026-02-06T06:42:55.264" v="2440" actId="208"/>
          <ac:spMkLst>
            <pc:docMk/>
            <pc:sldMk cId="1489657945" sldId="267"/>
            <ac:spMk id="6" creationId="{C3A95863-D407-47F7-D268-F2BBC058CBB7}"/>
          </ac:spMkLst>
        </pc:spChg>
        <pc:spChg chg="mod">
          <ac:chgData name="Yamini Pothana" userId="29d128bb-cdcd-48af-8374-f5ffcc646036" providerId="ADAL" clId="{9C473F42-8651-48F0-9A12-1E00482D55E4}" dt="2026-02-06T06:42:58.908" v="2441" actId="208"/>
          <ac:spMkLst>
            <pc:docMk/>
            <pc:sldMk cId="1489657945" sldId="267"/>
            <ac:spMk id="8" creationId="{09BB782B-3E50-5E67-0259-0788F76CD113}"/>
          </ac:spMkLst>
        </pc:spChg>
        <pc:spChg chg="mod">
          <ac:chgData name="Yamini Pothana" userId="29d128bb-cdcd-48af-8374-f5ffcc646036" providerId="ADAL" clId="{9C473F42-8651-48F0-9A12-1E00482D55E4}" dt="2026-02-06T06:43:22.301" v="2443" actId="208"/>
          <ac:spMkLst>
            <pc:docMk/>
            <pc:sldMk cId="1489657945" sldId="267"/>
            <ac:spMk id="9" creationId="{727E0914-FD38-5AD9-2421-063ECA53E0A9}"/>
          </ac:spMkLst>
        </pc:spChg>
        <pc:spChg chg="del mod">
          <ac:chgData name="Yamini Pothana" userId="29d128bb-cdcd-48af-8374-f5ffcc646036" providerId="ADAL" clId="{9C473F42-8651-48F0-9A12-1E00482D55E4}" dt="2026-02-05T07:39:50.088" v="1497" actId="478"/>
          <ac:spMkLst>
            <pc:docMk/>
            <pc:sldMk cId="1489657945" sldId="267"/>
            <ac:spMk id="11" creationId="{6FB9C441-5466-AD28-8091-175456DA2E54}"/>
          </ac:spMkLst>
        </pc:spChg>
        <pc:spChg chg="add del mod">
          <ac:chgData name="Yamini Pothana" userId="29d128bb-cdcd-48af-8374-f5ffcc646036" providerId="ADAL" clId="{9C473F42-8651-48F0-9A12-1E00482D55E4}" dt="2026-02-05T07:44:10.913" v="1561" actId="478"/>
          <ac:spMkLst>
            <pc:docMk/>
            <pc:sldMk cId="1489657945" sldId="267"/>
            <ac:spMk id="12" creationId="{18579983-F36C-9CB5-77B1-55B122318F28}"/>
          </ac:spMkLst>
        </pc:spChg>
        <pc:spChg chg="mod">
          <ac:chgData name="Yamini Pothana" userId="29d128bb-cdcd-48af-8374-f5ffcc646036" providerId="ADAL" clId="{9C473F42-8651-48F0-9A12-1E00482D55E4}" dt="2026-02-06T06:43:18.778" v="2442" actId="208"/>
          <ac:spMkLst>
            <pc:docMk/>
            <pc:sldMk cId="1489657945" sldId="267"/>
            <ac:spMk id="13" creationId="{17277492-4FE3-9B48-9012-F3046B1FD052}"/>
          </ac:spMkLst>
        </pc:spChg>
        <pc:spChg chg="mod">
          <ac:chgData name="Yamini Pothana" userId="29d128bb-cdcd-48af-8374-f5ffcc646036" providerId="ADAL" clId="{9C473F42-8651-48F0-9A12-1E00482D55E4}" dt="2026-02-06T06:43:25.808" v="2444" actId="208"/>
          <ac:spMkLst>
            <pc:docMk/>
            <pc:sldMk cId="1489657945" sldId="267"/>
            <ac:spMk id="14" creationId="{F725E539-29A4-AA9D-356C-0625AE3BC72E}"/>
          </ac:spMkLst>
        </pc:spChg>
        <pc:spChg chg="mod">
          <ac:chgData name="Yamini Pothana" userId="29d128bb-cdcd-48af-8374-f5ffcc646036" providerId="ADAL" clId="{9C473F42-8651-48F0-9A12-1E00482D55E4}" dt="2026-02-06T06:43:48.688" v="2445" actId="208"/>
          <ac:spMkLst>
            <pc:docMk/>
            <pc:sldMk cId="1489657945" sldId="267"/>
            <ac:spMk id="15" creationId="{677D8496-BFB2-D452-4D9C-0C846CCE6166}"/>
          </ac:spMkLst>
        </pc:spChg>
        <pc:spChg chg="mod">
          <ac:chgData name="Yamini Pothana" userId="29d128bb-cdcd-48af-8374-f5ffcc646036" providerId="ADAL" clId="{9C473F42-8651-48F0-9A12-1E00482D55E4}" dt="2026-02-05T07:36:55.435" v="1417" actId="1076"/>
          <ac:spMkLst>
            <pc:docMk/>
            <pc:sldMk cId="1489657945" sldId="267"/>
            <ac:spMk id="16" creationId="{02040357-058E-E854-0EC6-83DCF06E5348}"/>
          </ac:spMkLst>
        </pc:spChg>
        <pc:spChg chg="mod">
          <ac:chgData name="Yamini Pothana" userId="29d128bb-cdcd-48af-8374-f5ffcc646036" providerId="ADAL" clId="{9C473F42-8651-48F0-9A12-1E00482D55E4}" dt="2026-02-05T07:41:49.821" v="1509" actId="1076"/>
          <ac:spMkLst>
            <pc:docMk/>
            <pc:sldMk cId="1489657945" sldId="267"/>
            <ac:spMk id="17" creationId="{A3804E15-D5EB-0962-0EB7-83572E9E022F}"/>
          </ac:spMkLst>
        </pc:spChg>
        <pc:spChg chg="add mod">
          <ac:chgData name="Yamini Pothana" userId="29d128bb-cdcd-48af-8374-f5ffcc646036" providerId="ADAL" clId="{9C473F42-8651-48F0-9A12-1E00482D55E4}" dt="2026-02-05T07:36:41.710" v="1415" actId="404"/>
          <ac:spMkLst>
            <pc:docMk/>
            <pc:sldMk cId="1489657945" sldId="267"/>
            <ac:spMk id="18" creationId="{1E4F0D4D-373B-4A78-B3E9-8C14C600A58B}"/>
          </ac:spMkLst>
        </pc:spChg>
        <pc:spChg chg="mod">
          <ac:chgData name="Yamini Pothana" userId="29d128bb-cdcd-48af-8374-f5ffcc646036" providerId="ADAL" clId="{9C473F42-8651-48F0-9A12-1E00482D55E4}" dt="2026-02-05T07:36:00.627" v="1409" actId="1076"/>
          <ac:spMkLst>
            <pc:docMk/>
            <pc:sldMk cId="1489657945" sldId="267"/>
            <ac:spMk id="19" creationId="{05C9420D-3EB5-C92F-3716-8EF8628CBC75}"/>
          </ac:spMkLst>
        </pc:spChg>
        <pc:spChg chg="add mod">
          <ac:chgData name="Yamini Pothana" userId="29d128bb-cdcd-48af-8374-f5ffcc646036" providerId="ADAL" clId="{9C473F42-8651-48F0-9A12-1E00482D55E4}" dt="2026-02-05T07:34:46.030" v="1398"/>
          <ac:spMkLst>
            <pc:docMk/>
            <pc:sldMk cId="1489657945" sldId="267"/>
            <ac:spMk id="20" creationId="{18579983-F36C-9CB5-77B1-55B122318F28}"/>
          </ac:spMkLst>
        </pc:spChg>
        <pc:spChg chg="add del mod">
          <ac:chgData name="Yamini Pothana" userId="29d128bb-cdcd-48af-8374-f5ffcc646036" providerId="ADAL" clId="{9C473F42-8651-48F0-9A12-1E00482D55E4}" dt="2026-02-05T07:38:35.075" v="1470"/>
          <ac:spMkLst>
            <pc:docMk/>
            <pc:sldMk cId="1489657945" sldId="267"/>
            <ac:spMk id="21" creationId="{20E1D307-9DF3-847F-7E73-1465F37DA528}"/>
          </ac:spMkLst>
        </pc:spChg>
        <pc:spChg chg="add del mod">
          <ac:chgData name="Yamini Pothana" userId="29d128bb-cdcd-48af-8374-f5ffcc646036" providerId="ADAL" clId="{9C473F42-8651-48F0-9A12-1E00482D55E4}" dt="2026-02-05T07:38:35.075" v="1472"/>
          <ac:spMkLst>
            <pc:docMk/>
            <pc:sldMk cId="1489657945" sldId="267"/>
            <ac:spMk id="22" creationId="{A8B4A1D1-9B71-CBF5-6470-E616BC675ECA}"/>
          </ac:spMkLst>
        </pc:spChg>
        <pc:spChg chg="add mod">
          <ac:chgData name="Yamini Pothana" userId="29d128bb-cdcd-48af-8374-f5ffcc646036" providerId="ADAL" clId="{9C473F42-8651-48F0-9A12-1E00482D55E4}" dt="2026-02-05T07:44:37.252" v="1570" actId="6549"/>
          <ac:spMkLst>
            <pc:docMk/>
            <pc:sldMk cId="1489657945" sldId="267"/>
            <ac:spMk id="23" creationId="{257B5727-F769-DF89-427B-7029F59509F6}"/>
          </ac:spMkLst>
        </pc:spChg>
        <pc:spChg chg="add del mod">
          <ac:chgData name="Yamini Pothana" userId="29d128bb-cdcd-48af-8374-f5ffcc646036" providerId="ADAL" clId="{9C473F42-8651-48F0-9A12-1E00482D55E4}" dt="2026-02-05T07:44:25.557" v="1564" actId="478"/>
          <ac:spMkLst>
            <pc:docMk/>
            <pc:sldMk cId="1489657945" sldId="267"/>
            <ac:spMk id="25" creationId="{518F6C95-CD66-D194-F61A-2C45FA3A0193}"/>
          </ac:spMkLst>
        </pc:spChg>
        <pc:spChg chg="add del mod">
          <ac:chgData name="Yamini Pothana" userId="29d128bb-cdcd-48af-8374-f5ffcc646036" providerId="ADAL" clId="{9C473F42-8651-48F0-9A12-1E00482D55E4}" dt="2026-02-05T07:44:10.916" v="1563"/>
          <ac:spMkLst>
            <pc:docMk/>
            <pc:sldMk cId="1489657945" sldId="267"/>
            <ac:spMk id="26" creationId="{7A48FEBF-9DDF-F39E-97D9-BF3250F0D699}"/>
          </ac:spMkLst>
        </pc:spChg>
        <pc:spChg chg="add mod">
          <ac:chgData name="Yamini Pothana" userId="29d128bb-cdcd-48af-8374-f5ffcc646036" providerId="ADAL" clId="{9C473F42-8651-48F0-9A12-1E00482D55E4}" dt="2026-02-06T06:44:55.050" v="2453" actId="20577"/>
          <ac:spMkLst>
            <pc:docMk/>
            <pc:sldMk cId="1489657945" sldId="267"/>
            <ac:spMk id="27" creationId="{346155AB-141D-F9CF-01D5-2AF560564C69}"/>
          </ac:spMkLst>
        </pc:spChg>
        <pc:grpChg chg="add mod">
          <ac:chgData name="Yamini Pothana" userId="29d128bb-cdcd-48af-8374-f5ffcc646036" providerId="ADAL" clId="{9C473F42-8651-48F0-9A12-1E00482D55E4}" dt="2026-02-05T07:41:31.656" v="1507" actId="1076"/>
          <ac:grpSpMkLst>
            <pc:docMk/>
            <pc:sldMk cId="1489657945" sldId="267"/>
            <ac:grpSpMk id="4" creationId="{C4C1BD79-CC77-07B3-2437-B3B1E663935E}"/>
          </ac:grpSpMkLst>
        </pc:grpChg>
        <pc:picChg chg="del">
          <ac:chgData name="Yamini Pothana" userId="29d128bb-cdcd-48af-8374-f5ffcc646036" providerId="ADAL" clId="{9C473F42-8651-48F0-9A12-1E00482D55E4}" dt="2026-02-05T07:31:10.938" v="1369" actId="478"/>
          <ac:picMkLst>
            <pc:docMk/>
            <pc:sldMk cId="1489657945" sldId="267"/>
            <ac:picMk id="7" creationId="{CEA57A4B-383A-BA4B-9FFC-09074F9FAC23}"/>
          </ac:picMkLst>
        </pc:picChg>
      </pc:sldChg>
      <pc:sldChg chg="addSp delSp modSp add mod modAnim">
        <pc:chgData name="Yamini Pothana" userId="29d128bb-cdcd-48af-8374-f5ffcc646036" providerId="ADAL" clId="{9C473F42-8651-48F0-9A12-1E00482D55E4}" dt="2026-02-06T06:16:49.651" v="2257"/>
        <pc:sldMkLst>
          <pc:docMk/>
          <pc:sldMk cId="3159390127" sldId="268"/>
        </pc:sldMkLst>
        <pc:spChg chg="mod">
          <ac:chgData name="Yamini Pothana" userId="29d128bb-cdcd-48af-8374-f5ffcc646036" providerId="ADAL" clId="{9C473F42-8651-48F0-9A12-1E00482D55E4}" dt="2026-02-06T06:15:49.417" v="2251" actId="2711"/>
          <ac:spMkLst>
            <pc:docMk/>
            <pc:sldMk cId="3159390127" sldId="268"/>
            <ac:spMk id="2" creationId="{284A31D4-6C03-1914-B236-CFEB89668EB0}"/>
          </ac:spMkLst>
        </pc:spChg>
        <pc:spChg chg="add mod">
          <ac:chgData name="Yamini Pothana" userId="29d128bb-cdcd-48af-8374-f5ffcc646036" providerId="ADAL" clId="{9C473F42-8651-48F0-9A12-1E00482D55E4}" dt="2026-02-06T06:16:08.642" v="2252" actId="1076"/>
          <ac:spMkLst>
            <pc:docMk/>
            <pc:sldMk cId="3159390127" sldId="268"/>
            <ac:spMk id="4" creationId="{CD199459-AB9B-CAAB-2EA9-4555F2F184E0}"/>
          </ac:spMkLst>
        </pc:spChg>
        <pc:spChg chg="add mod">
          <ac:chgData name="Yamini Pothana" userId="29d128bb-cdcd-48af-8374-f5ffcc646036" providerId="ADAL" clId="{9C473F42-8651-48F0-9A12-1E00482D55E4}" dt="2026-02-06T06:15:19.657" v="2242" actId="1076"/>
          <ac:spMkLst>
            <pc:docMk/>
            <pc:sldMk cId="3159390127" sldId="268"/>
            <ac:spMk id="7" creationId="{FB47E246-3B15-BEBE-BB50-3F9837249BAD}"/>
          </ac:spMkLst>
        </pc:spChg>
        <pc:spChg chg="mod">
          <ac:chgData name="Yamini Pothana" userId="29d128bb-cdcd-48af-8374-f5ffcc646036" providerId="ADAL" clId="{9C473F42-8651-48F0-9A12-1E00482D55E4}" dt="2026-02-06T06:06:10.063" v="2216" actId="21"/>
          <ac:spMkLst>
            <pc:docMk/>
            <pc:sldMk cId="3159390127" sldId="268"/>
            <ac:spMk id="23" creationId="{511CA8FD-AAAD-4465-C60F-9683F8D2AE48}"/>
          </ac:spMkLst>
        </pc:spChg>
        <pc:spChg chg="del">
          <ac:chgData name="Yamini Pothana" userId="29d128bb-cdcd-48af-8374-f5ffcc646036" providerId="ADAL" clId="{9C473F42-8651-48F0-9A12-1E00482D55E4}" dt="2026-02-05T08:50:27.181" v="1630" actId="21"/>
          <ac:spMkLst>
            <pc:docMk/>
            <pc:sldMk cId="3159390127" sldId="268"/>
            <ac:spMk id="27" creationId="{9AF33BFA-13F6-9E67-3A8E-3B135FC6F04D}"/>
          </ac:spMkLst>
        </pc:spChg>
        <pc:grpChg chg="del mod">
          <ac:chgData name="Yamini Pothana" userId="29d128bb-cdcd-48af-8374-f5ffcc646036" providerId="ADAL" clId="{9C473F42-8651-48F0-9A12-1E00482D55E4}" dt="2026-02-05T08:51:35.907" v="1648" actId="478"/>
          <ac:grpSpMkLst>
            <pc:docMk/>
            <pc:sldMk cId="3159390127" sldId="268"/>
            <ac:grpSpMk id="4" creationId="{8F5B6B95-5BB6-B783-428E-0033CBB49F02}"/>
          </ac:grpSpMkLst>
        </pc:grpChg>
        <pc:graphicFrameChg chg="add del mod modGraphic">
          <ac:chgData name="Yamini Pothana" userId="29d128bb-cdcd-48af-8374-f5ffcc646036" providerId="ADAL" clId="{9C473F42-8651-48F0-9A12-1E00482D55E4}" dt="2026-02-06T06:04:05.637" v="2183" actId="3680"/>
          <ac:graphicFrameMkLst>
            <pc:docMk/>
            <pc:sldMk cId="3159390127" sldId="268"/>
            <ac:graphicFrameMk id="5" creationId="{1E270E18-3941-2017-BD20-365976258F5B}"/>
          </ac:graphicFrameMkLst>
        </pc:graphicFrameChg>
        <pc:graphicFrameChg chg="add mod modGraphic">
          <ac:chgData name="Yamini Pothana" userId="29d128bb-cdcd-48af-8374-f5ffcc646036" providerId="ADAL" clId="{9C473F42-8651-48F0-9A12-1E00482D55E4}" dt="2026-02-06T06:15:41.249" v="2250" actId="20577"/>
          <ac:graphicFrameMkLst>
            <pc:docMk/>
            <pc:sldMk cId="3159390127" sldId="268"/>
            <ac:graphicFrameMk id="6" creationId="{3F10D0AC-C675-A920-26AE-FB2DCD849B54}"/>
          </ac:graphicFrameMkLst>
        </pc:graphicFrameChg>
      </pc:sldChg>
      <pc:sldChg chg="addSp delSp modSp add mod ord modAnim">
        <pc:chgData name="Yamini Pothana" userId="29d128bb-cdcd-48af-8374-f5ffcc646036" providerId="ADAL" clId="{9C473F42-8651-48F0-9A12-1E00482D55E4}" dt="2026-02-06T06:40:55.577" v="2424" actId="20577"/>
        <pc:sldMkLst>
          <pc:docMk/>
          <pc:sldMk cId="2130969029" sldId="269"/>
        </pc:sldMkLst>
        <pc:spChg chg="mod">
          <ac:chgData name="Yamini Pothana" userId="29d128bb-cdcd-48af-8374-f5ffcc646036" providerId="ADAL" clId="{9C473F42-8651-48F0-9A12-1E00482D55E4}" dt="2026-02-05T09:00:05.033" v="1714" actId="20577"/>
          <ac:spMkLst>
            <pc:docMk/>
            <pc:sldMk cId="2130969029" sldId="269"/>
            <ac:spMk id="2" creationId="{35A35824-AB8C-94A2-AC1B-EAE025695840}"/>
          </ac:spMkLst>
        </pc:spChg>
        <pc:spChg chg="add mod">
          <ac:chgData name="Yamini Pothana" userId="29d128bb-cdcd-48af-8374-f5ffcc646036" providerId="ADAL" clId="{9C473F42-8651-48F0-9A12-1E00482D55E4}" dt="2026-02-06T05:58:47.412" v="2151" actId="1076"/>
          <ac:spMkLst>
            <pc:docMk/>
            <pc:sldMk cId="2130969029" sldId="269"/>
            <ac:spMk id="5" creationId="{346F9B50-C269-5019-AB37-A65D708D36A8}"/>
          </ac:spMkLst>
        </pc:spChg>
        <pc:spChg chg="mod">
          <ac:chgData name="Yamini Pothana" userId="29d128bb-cdcd-48af-8374-f5ffcc646036" providerId="ADAL" clId="{9C473F42-8651-48F0-9A12-1E00482D55E4}" dt="2026-02-05T09:10:00.079" v="1757" actId="404"/>
          <ac:spMkLst>
            <pc:docMk/>
            <pc:sldMk cId="2130969029" sldId="269"/>
            <ac:spMk id="9" creationId="{5A8B0CBC-7C42-41E5-B6DB-485355956C7B}"/>
          </ac:spMkLst>
        </pc:spChg>
        <pc:spChg chg="mod">
          <ac:chgData name="Yamini Pothana" userId="29d128bb-cdcd-48af-8374-f5ffcc646036" providerId="ADAL" clId="{9C473F42-8651-48F0-9A12-1E00482D55E4}" dt="2026-02-05T09:03:53.909" v="1722" actId="20577"/>
          <ac:spMkLst>
            <pc:docMk/>
            <pc:sldMk cId="2130969029" sldId="269"/>
            <ac:spMk id="11" creationId="{CF2E8700-13DD-11D7-7260-DCF8A4420BDE}"/>
          </ac:spMkLst>
        </pc:spChg>
        <pc:spChg chg="add mod">
          <ac:chgData name="Yamini Pothana" userId="29d128bb-cdcd-48af-8374-f5ffcc646036" providerId="ADAL" clId="{9C473F42-8651-48F0-9A12-1E00482D55E4}" dt="2026-02-06T06:40:55.577" v="2424" actId="20577"/>
          <ac:spMkLst>
            <pc:docMk/>
            <pc:sldMk cId="2130969029" sldId="269"/>
            <ac:spMk id="13" creationId="{5093E5E5-B78D-63CE-B53A-10439DDC4C3A}"/>
          </ac:spMkLst>
        </pc:spChg>
        <pc:picChg chg="del">
          <ac:chgData name="Yamini Pothana" userId="29d128bb-cdcd-48af-8374-f5ffcc646036" providerId="ADAL" clId="{9C473F42-8651-48F0-9A12-1E00482D55E4}" dt="2026-02-05T09:03:55.941" v="1723" actId="478"/>
          <ac:picMkLst>
            <pc:docMk/>
            <pc:sldMk cId="2130969029" sldId="269"/>
            <ac:picMk id="6" creationId="{719D529D-A7C3-B4F6-F05C-78C7779CB7B3}"/>
          </ac:picMkLst>
        </pc:picChg>
        <pc:picChg chg="add del mod">
          <ac:chgData name="Yamini Pothana" userId="29d128bb-cdcd-48af-8374-f5ffcc646036" providerId="ADAL" clId="{9C473F42-8651-48F0-9A12-1E00482D55E4}" dt="2026-02-05T09:08:42.177" v="1732" actId="478"/>
          <ac:picMkLst>
            <pc:docMk/>
            <pc:sldMk cId="2130969029" sldId="269"/>
            <ac:picMk id="7" creationId="{8C832E56-A9F5-1487-E9DB-439814B4D3BC}"/>
          </ac:picMkLst>
        </pc:picChg>
        <pc:picChg chg="add mod">
          <ac:chgData name="Yamini Pothana" userId="29d128bb-cdcd-48af-8374-f5ffcc646036" providerId="ADAL" clId="{9C473F42-8651-48F0-9A12-1E00482D55E4}" dt="2026-02-05T09:08:44.650" v="1733" actId="1076"/>
          <ac:picMkLst>
            <pc:docMk/>
            <pc:sldMk cId="2130969029" sldId="269"/>
            <ac:picMk id="12" creationId="{E0A1BBE4-0B1C-116A-4109-4E9A21121CD4}"/>
          </ac:picMkLst>
        </pc:picChg>
        <pc:cxnChg chg="add mod">
          <ac:chgData name="Yamini Pothana" userId="29d128bb-cdcd-48af-8374-f5ffcc646036" providerId="ADAL" clId="{9C473F42-8651-48F0-9A12-1E00482D55E4}" dt="2026-02-06T06:40:36.870" v="2422" actId="693"/>
          <ac:cxnSpMkLst>
            <pc:docMk/>
            <pc:sldMk cId="2130969029" sldId="269"/>
            <ac:cxnSpMk id="7" creationId="{7ACABAC0-3760-6094-6D42-92F3AAC3B6B7}"/>
          </ac:cxnSpMkLst>
        </pc:cxnChg>
        <pc:cxnChg chg="add mod">
          <ac:chgData name="Yamini Pothana" userId="29d128bb-cdcd-48af-8374-f5ffcc646036" providerId="ADAL" clId="{9C473F42-8651-48F0-9A12-1E00482D55E4}" dt="2026-02-06T06:40:46.428" v="2423" actId="693"/>
          <ac:cxnSpMkLst>
            <pc:docMk/>
            <pc:sldMk cId="2130969029" sldId="269"/>
            <ac:cxnSpMk id="14" creationId="{7A823D0B-76AC-E006-A396-6017D2CC8C7E}"/>
          </ac:cxnSpMkLst>
        </pc:cxnChg>
      </pc:sldChg>
      <pc:sldChg chg="addSp delSp modSp new del mod delAnim modAnim">
        <pc:chgData name="Yamini Pothana" userId="29d128bb-cdcd-48af-8374-f5ffcc646036" providerId="ADAL" clId="{9C473F42-8651-48F0-9A12-1E00482D55E4}" dt="2026-02-06T05:39:29.928" v="2104" actId="47"/>
        <pc:sldMkLst>
          <pc:docMk/>
          <pc:sldMk cId="1402630510" sldId="270"/>
        </pc:sldMkLst>
        <pc:spChg chg="del">
          <ac:chgData name="Yamini Pothana" userId="29d128bb-cdcd-48af-8374-f5ffcc646036" providerId="ADAL" clId="{9C473F42-8651-48F0-9A12-1E00482D55E4}" dt="2026-02-06T05:38:32.880" v="2102" actId="478"/>
          <ac:spMkLst>
            <pc:docMk/>
            <pc:sldMk cId="1402630510" sldId="270"/>
            <ac:spMk id="2" creationId="{492C00BE-3B0D-EE16-BDA9-EA35E74614E8}"/>
          </ac:spMkLst>
        </pc:spChg>
        <pc:spChg chg="del">
          <ac:chgData name="Yamini Pothana" userId="29d128bb-cdcd-48af-8374-f5ffcc646036" providerId="ADAL" clId="{9C473F42-8651-48F0-9A12-1E00482D55E4}" dt="2026-02-06T05:38:32.880" v="2102" actId="478"/>
          <ac:spMkLst>
            <pc:docMk/>
            <pc:sldMk cId="1402630510" sldId="270"/>
            <ac:spMk id="3" creationId="{CA323DD1-AD62-64DC-0468-40E8B1E5D7B8}"/>
          </ac:spMkLst>
        </pc:spChg>
        <pc:spChg chg="add del mod">
          <ac:chgData name="Yamini Pothana" userId="29d128bb-cdcd-48af-8374-f5ffcc646036" providerId="ADAL" clId="{9C473F42-8651-48F0-9A12-1E00482D55E4}" dt="2026-02-06T05:38:32.880" v="2102" actId="478"/>
          <ac:spMkLst>
            <pc:docMk/>
            <pc:sldMk cId="1402630510" sldId="270"/>
            <ac:spMk id="4" creationId="{2BC46B9A-F558-8564-949D-ADBBC8C33FA6}"/>
          </ac:spMkLst>
        </pc:spChg>
        <pc:spChg chg="add del mod">
          <ac:chgData name="Yamini Pothana" userId="29d128bb-cdcd-48af-8374-f5ffcc646036" providerId="ADAL" clId="{9C473F42-8651-48F0-9A12-1E00482D55E4}" dt="2026-02-06T05:38:32.880" v="2102" actId="478"/>
          <ac:spMkLst>
            <pc:docMk/>
            <pc:sldMk cId="1402630510" sldId="270"/>
            <ac:spMk id="5" creationId="{83DB724B-789F-A5FA-A442-29EF87A26658}"/>
          </ac:spMkLst>
        </pc:spChg>
        <pc:spChg chg="add mod">
          <ac:chgData name="Yamini Pothana" userId="29d128bb-cdcd-48af-8374-f5ffcc646036" providerId="ADAL" clId="{9C473F42-8651-48F0-9A12-1E00482D55E4}" dt="2026-02-06T05:38:46.543" v="2103"/>
          <ac:spMkLst>
            <pc:docMk/>
            <pc:sldMk cId="1402630510" sldId="270"/>
            <ac:spMk id="6" creationId="{5B9E96FF-BDFE-9287-FB3F-F98C286A7C11}"/>
          </ac:spMkLst>
        </pc:spChg>
        <pc:spChg chg="add mod">
          <ac:chgData name="Yamini Pothana" userId="29d128bb-cdcd-48af-8374-f5ffcc646036" providerId="ADAL" clId="{9C473F42-8651-48F0-9A12-1E00482D55E4}" dt="2026-02-06T05:38:46.543" v="2103"/>
          <ac:spMkLst>
            <pc:docMk/>
            <pc:sldMk cId="1402630510" sldId="270"/>
            <ac:spMk id="7" creationId="{5C652F24-AFA2-D287-8C73-FE242F77F93A}"/>
          </ac:spMkLst>
        </pc:spChg>
        <pc:spChg chg="add mod">
          <ac:chgData name="Yamini Pothana" userId="29d128bb-cdcd-48af-8374-f5ffcc646036" providerId="ADAL" clId="{9C473F42-8651-48F0-9A12-1E00482D55E4}" dt="2026-02-06T05:38:46.543" v="2103"/>
          <ac:spMkLst>
            <pc:docMk/>
            <pc:sldMk cId="1402630510" sldId="270"/>
            <ac:spMk id="8" creationId="{C79836D5-0281-6451-EE44-D53DE34E33BA}"/>
          </ac:spMkLst>
        </pc:spChg>
        <pc:spChg chg="add mod">
          <ac:chgData name="Yamini Pothana" userId="29d128bb-cdcd-48af-8374-f5ffcc646036" providerId="ADAL" clId="{9C473F42-8651-48F0-9A12-1E00482D55E4}" dt="2026-02-06T05:38:46.543" v="2103"/>
          <ac:spMkLst>
            <pc:docMk/>
            <pc:sldMk cId="1402630510" sldId="270"/>
            <ac:spMk id="9" creationId="{328358C6-5152-6435-3BA9-D51B3977DAFA}"/>
          </ac:spMkLst>
        </pc:spChg>
      </pc:sldChg>
      <pc:sldMasterChg chg="addSp modSp">
        <pc:chgData name="Yamini Pothana" userId="29d128bb-cdcd-48af-8374-f5ffcc646036" providerId="ADAL" clId="{9C473F42-8651-48F0-9A12-1E00482D55E4}" dt="2026-02-06T06:39:33.716" v="2419"/>
        <pc:sldMasterMkLst>
          <pc:docMk/>
          <pc:sldMasterMk cId="1753551593" sldId="2147483648"/>
        </pc:sldMasterMkLst>
        <pc:spChg chg="add mod">
          <ac:chgData name="Yamini Pothana" userId="29d128bb-cdcd-48af-8374-f5ffcc646036" providerId="ADAL" clId="{9C473F42-8651-48F0-9A12-1E00482D55E4}" dt="2026-02-06T06:39:33.716" v="2419"/>
          <ac:spMkLst>
            <pc:docMk/>
            <pc:sldMasterMk cId="1753551593" sldId="2147483648"/>
            <ac:spMk id="8" creationId="{A9350015-7826-9181-9758-4C8B17E91A55}"/>
          </ac:spMkLst>
        </pc:spChg>
        <pc:picChg chg="add mod">
          <ac:chgData name="Yamini Pothana" userId="29d128bb-cdcd-48af-8374-f5ffcc646036" providerId="ADAL" clId="{9C473F42-8651-48F0-9A12-1E00482D55E4}" dt="2026-02-06T06:39:20.877" v="2418"/>
          <ac:picMkLst>
            <pc:docMk/>
            <pc:sldMasterMk cId="1753551593" sldId="2147483648"/>
            <ac:picMk id="7" creationId="{A90E2AF1-10EC-D525-0B00-527A6912BF97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FB77E-94D1-4F73-8067-1182C48AFD8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1956E-4C81-4CC9-9D82-EF645ED88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837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11956E-4C81-4CC9-9D82-EF645ED8887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121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7061-D561-E5B3-6A5E-4E2DF78A8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F9C28-3A21-6A3A-9008-F3C2C340B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B341E-CBB2-24E9-6117-4EA97BD0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88217-9815-901E-ADD0-05C573BA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B8C13-6978-8F1F-B964-B0645E63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15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87A8-1753-EDD9-1D06-5E217B2D6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D698E-1E67-3B9A-3317-89732F5CF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FEE38-4C7A-8AC9-157A-87A87CFC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E03F5-EE4B-C016-BB42-E7507CFE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791A-9795-EFEA-2D9F-C7F67F0F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1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DEC80-5541-2109-EC61-C99D7B6D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7BC65-B819-BE97-E646-D823543AC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952C1-C8A9-226C-2E43-DAFADAFB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160A4-0555-75CA-06E5-CC6FF557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A4EF5-1D35-7684-68FE-C3AC1498F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78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0652-A1F1-E2D7-7D0A-4A420B9AE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AFF8-509F-60A0-3FAD-6D52CA6E3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2CCBD-DA4E-45BC-79C0-5E9AE8EAF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F9E36-EA33-DA10-CB16-50555FA8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9B1CE-907C-B41C-1C98-34EBEE478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668E6-3E4E-E2E5-69EC-C98E87C8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88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B712-6764-751F-F587-0B4BDE8B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8E591-47A7-1954-A461-84493AA2F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23C34-D0B3-C6C9-8780-467AEFB44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FB88-3487-43EF-212F-BAD5A8FA1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EC0EC-79D2-7CEC-1269-C25E2BFFA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A6269-C95F-E02A-746A-30BD5C72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551C66-CAD7-D755-D5AF-CC8F25EF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0BF21-B636-72D0-BF2E-8F3E9DA34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073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25126-CF8A-68CB-4BFE-DEA475834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387B8-439A-40B1-B14C-231E73D4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D2EBE-BE00-824A-E689-509D37D8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9F8C0-FD5A-50BC-3540-12706BEF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5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2ED3C-1F43-B2A9-5583-4FEA3DEA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1E1C9-887E-288F-F017-2809F36D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46FCC-0B2B-793C-043B-D59EFBD7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38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1C21-0F7A-9B59-C00B-3FFC6F6B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60E8-29B5-0674-B3A6-E3DFC1A4C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7603D-77DC-C276-4BC1-4977535E0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184DB-7037-399E-71B4-E1B0A458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7F960-E42E-BD71-D166-89F0769F1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2B24E-2787-0471-6A05-9D493929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21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623E-6A00-1EDE-4114-8E637116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DD769-C6FA-7CFB-D128-0E99471BF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D3262-7EE7-212B-9EE4-951695EF2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221DA-1247-F8F1-75DE-E9F5B77BB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CE862-A384-4AD7-3D5C-BFAFBE4A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2DF9B-7E14-3C25-B692-79429644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02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8463-0B37-3210-345E-9BDAEDB5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9B93B-2D2B-F699-4619-D154673C8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D2332-D57F-CF4B-E37B-FCF8FE55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FC12F-26DA-9504-5925-CDE41717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7CB4F-AF7E-6972-14AD-57F17EAF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88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92B3D4-381D-2346-44BA-12E23C574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499E2-2271-09B7-60B8-BEE60DA40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6F1A5-DE71-FBDE-2CE5-C06A74AE6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871AB-3628-95D6-9E13-ADD54F07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B657A-E70E-1E18-729B-73848461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67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E63C-5F6B-5ED7-B852-04A9E80B5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04A1E-2459-4464-2798-8E64EF8B3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16318-3118-4FE0-4F35-6E2647745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24BE7-374A-4039-80C0-D7EF7DD2D6D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35EE5-C46B-E7D2-3D28-76B1A0641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61C4C-322E-ECA1-6721-6155D2CB6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BBCF3-3FBE-4D04-A88C-0B9E9E0D0A1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Google Shape;13;p6">
            <a:extLst>
              <a:ext uri="{FF2B5EF4-FFF2-40B4-BE49-F238E27FC236}">
                <a16:creationId xmlns:a16="http://schemas.microsoft.com/office/drawing/2014/main" id="{A90E2AF1-10EC-D525-0B00-527A6912BF97}"/>
              </a:ext>
            </a:extLst>
          </p:cNvPr>
          <p:cNvPicPr preferRelativeResize="0"/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502210" y="209700"/>
            <a:ext cx="137879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;p8">
            <a:extLst>
              <a:ext uri="{FF2B5EF4-FFF2-40B4-BE49-F238E27FC236}">
                <a16:creationId xmlns:a16="http://schemas.microsoft.com/office/drawing/2014/main" id="{A9350015-7826-9181-9758-4C8B17E91A55}"/>
              </a:ext>
            </a:extLst>
          </p:cNvPr>
          <p:cNvSpPr txBox="1"/>
          <p:nvPr userDrawn="1"/>
        </p:nvSpPr>
        <p:spPr>
          <a:xfrm>
            <a:off x="131706" y="6657131"/>
            <a:ext cx="46608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© 2026 Cognine Technologies.</a:t>
            </a:r>
            <a:r>
              <a:rPr lang="en-US" sz="750" b="0" i="0" u="none" strike="noStrike" cap="none">
                <a:solidFill>
                  <a:srgbClr val="F265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750" b="0" i="0" u="none" strike="noStrike" cap="non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rights reserved.</a:t>
            </a:r>
            <a:r>
              <a:rPr lang="en-US" sz="750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| </a:t>
            </a:r>
            <a:r>
              <a:rPr lang="en-US" sz="750" b="0" i="0" u="none" strike="noStrike" cap="none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Information</a:t>
            </a:r>
            <a:endParaRPr sz="750" b="0" i="0" u="none" strike="noStrike" cap="none">
              <a:solidFill>
                <a:srgbClr val="7F7F7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75355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4A9B9A-AE95-DCE1-3999-D3BA462BB645}"/>
              </a:ext>
            </a:extLst>
          </p:cNvPr>
          <p:cNvSpPr txBox="1"/>
          <p:nvPr/>
        </p:nvSpPr>
        <p:spPr>
          <a:xfrm>
            <a:off x="521110" y="340254"/>
            <a:ext cx="8392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D2AEE-EDE6-3056-ED2B-B53E7615BBE6}"/>
              </a:ext>
            </a:extLst>
          </p:cNvPr>
          <p:cNvSpPr txBox="1"/>
          <p:nvPr/>
        </p:nvSpPr>
        <p:spPr>
          <a:xfrm>
            <a:off x="521110" y="1442090"/>
            <a:ext cx="77379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Delta Lake?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Delta Table is Created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DML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Checkpoints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VACUUM - Garbage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Travel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Optimistic Concurrency Control</a:t>
            </a:r>
          </a:p>
        </p:txBody>
      </p:sp>
    </p:spTree>
    <p:extLst>
      <p:ext uri="{BB962C8B-B14F-4D97-AF65-F5344CB8AC3E}">
        <p14:creationId xmlns:p14="http://schemas.microsoft.com/office/powerpoint/2010/main" val="232835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908C-8A0F-CCF2-4644-C28F4736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007656-1FCE-6BD8-7B46-0CCF80F76714}"/>
              </a:ext>
            </a:extLst>
          </p:cNvPr>
          <p:cNvSpPr txBox="1"/>
          <p:nvPr/>
        </p:nvSpPr>
        <p:spPr>
          <a:xfrm>
            <a:off x="521110" y="340254"/>
            <a:ext cx="8392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200"/>
          </a:p>
          <a:p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Delta Lake?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E1AD8-4F14-ABD6-9458-7982AA1D4C8E}"/>
              </a:ext>
            </a:extLst>
          </p:cNvPr>
          <p:cNvSpPr txBox="1"/>
          <p:nvPr/>
        </p:nvSpPr>
        <p:spPr>
          <a:xfrm>
            <a:off x="675684" y="1874710"/>
            <a:ext cx="485713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Issues with Traditional data Lakes:</a:t>
            </a:r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ACID Transactions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Handle Updates/Deletes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Schema Evolution Problems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Time Travel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File Problem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Concurrent Writes</a:t>
            </a:r>
          </a:p>
          <a:p>
            <a:endParaRPr lang="en-IN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598BA-7B1E-6173-311B-586EB07B9BB6}"/>
              </a:ext>
            </a:extLst>
          </p:cNvPr>
          <p:cNvSpPr txBox="1"/>
          <p:nvPr/>
        </p:nvSpPr>
        <p:spPr>
          <a:xfrm>
            <a:off x="6002593" y="1874710"/>
            <a:ext cx="48571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Delta Lake Solution:</a:t>
            </a:r>
            <a:endParaRPr lang="en-US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Log provides atomic commits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Copy-on-Write with versioned files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 tracking in transaction log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 history preserved in logs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Auto-optimization and compaction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Optimistic Concurrency Control</a:t>
            </a:r>
          </a:p>
          <a:p>
            <a:endParaRPr lang="en-IN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2EF1B2-2C0A-8BB5-B565-338CDECD4EA6}"/>
              </a:ext>
            </a:extLst>
          </p:cNvPr>
          <p:cNvSpPr txBox="1"/>
          <p:nvPr/>
        </p:nvSpPr>
        <p:spPr>
          <a:xfrm>
            <a:off x="521110" y="1002864"/>
            <a:ext cx="10013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Delta Lake 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an opensource project that enables building a </a:t>
            </a:r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Lakehouse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architecture on top of </a:t>
            </a:r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lakes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19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1B3FF-D815-1099-CD89-783A99EB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053A-2D5F-300A-8838-61DB1D4FE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97"/>
          </a:xfrm>
        </p:spPr>
        <p:txBody>
          <a:bodyPr>
            <a:normAutofit/>
          </a:bodyPr>
          <a:lstStyle/>
          <a:p>
            <a:r>
              <a:rPr lang="en-IN" sz="2400">
                <a:latin typeface="Tenorite" panose="00000500000000000000" pitchFamily="2" charset="0"/>
              </a:rPr>
              <a:t>Transaction Logs:</a:t>
            </a: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C9792EC1-528F-CEB5-B029-423B850E3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792A3F5-58CC-E2B0-75F8-529B1F59E4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3429000"/>
            <a:ext cx="29718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E931D7F5-98D5-DBBB-A11E-9C9F4C5F0B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E94ED89-9938-A03C-A9F0-B81D18ACA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5464"/>
            <a:ext cx="10515600" cy="4183899"/>
          </a:xfrm>
        </p:spPr>
        <p:txBody>
          <a:bodyPr>
            <a:normAutofit/>
          </a:bodyPr>
          <a:lstStyle/>
          <a:p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transaction log is a </a:t>
            </a:r>
            <a:r>
              <a:rPr lang="en-US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sequentially numbered series of JSON files</a:t>
            </a:r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that records every transaction made to the Delta table.</a:t>
            </a:r>
          </a:p>
          <a:p>
            <a:endParaRPr lang="en-US" sz="1600">
              <a:latin typeface="Tenorite" panose="00000500000000000000" pitchFamily="2" charset="0"/>
            </a:endParaRPr>
          </a:p>
          <a:p>
            <a:endParaRPr lang="en-IN" sz="1600">
              <a:latin typeface="Tenorite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E2CB9-FAB2-2AF3-B535-7EA31D62D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1069"/>
            <a:ext cx="9743330" cy="20195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0EE9F9-C848-BAD2-5D5E-B1E01D2023FB}"/>
              </a:ext>
            </a:extLst>
          </p:cNvPr>
          <p:cNvSpPr txBox="1"/>
          <p:nvPr/>
        </p:nvSpPr>
        <p:spPr>
          <a:xfrm>
            <a:off x="838200" y="4846356"/>
            <a:ext cx="94356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(File Addition)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(File Removal)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 Info</a:t>
            </a:r>
            <a:endParaRPr lang="en-IN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762F96-F621-C204-AC5D-E38B2FE96F3A}"/>
              </a:ext>
            </a:extLst>
          </p:cNvPr>
          <p:cNvSpPr/>
          <p:nvPr/>
        </p:nvSpPr>
        <p:spPr>
          <a:xfrm>
            <a:off x="953729" y="1002890"/>
            <a:ext cx="9627801" cy="9901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>
                <a:solidFill>
                  <a:schemeClr val="tx2">
                    <a:lumMod val="90000"/>
                    <a:lumOff val="10000"/>
                  </a:schemeClr>
                </a:solidFill>
              </a:rPr>
              <a:t>Delta Table</a:t>
            </a:r>
          </a:p>
          <a:p>
            <a:r>
              <a:rPr lang="en-IN" sz="1400">
                <a:solidFill>
                  <a:schemeClr val="tx2">
                    <a:lumMod val="90000"/>
                    <a:lumOff val="10000"/>
                  </a:schemeClr>
                </a:solidFill>
              </a:rPr>
              <a:t>   	Data Files (Actual Data)</a:t>
            </a:r>
          </a:p>
          <a:p>
            <a:r>
              <a:rPr lang="en-IN" sz="1400">
                <a:solidFill>
                  <a:schemeClr val="tx2">
                    <a:lumMod val="90000"/>
                    <a:lumOff val="10000"/>
                  </a:schemeClr>
                </a:solidFill>
              </a:rPr>
              <a:t>   	Delta Log (Transaction Log / Metadata / Versioning)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D5E9240-1F53-1B07-0B9D-1746E53758D9}"/>
              </a:ext>
            </a:extLst>
          </p:cNvPr>
          <p:cNvCxnSpPr>
            <a:cxnSpLocks/>
          </p:cNvCxnSpPr>
          <p:nvPr/>
        </p:nvCxnSpPr>
        <p:spPr>
          <a:xfrm>
            <a:off x="1651819" y="1366684"/>
            <a:ext cx="344129" cy="131293"/>
          </a:xfrm>
          <a:prstGeom prst="bentConnector3">
            <a:avLst>
              <a:gd name="adj1" fmla="val -9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7FDD2E15-3DC9-76F0-46BD-259D1D5C9F83}"/>
              </a:ext>
            </a:extLst>
          </p:cNvPr>
          <p:cNvCxnSpPr>
            <a:cxnSpLocks/>
          </p:cNvCxnSpPr>
          <p:nvPr/>
        </p:nvCxnSpPr>
        <p:spPr>
          <a:xfrm>
            <a:off x="1651819" y="1512450"/>
            <a:ext cx="344129" cy="190777"/>
          </a:xfrm>
          <a:prstGeom prst="bentConnector3">
            <a:avLst>
              <a:gd name="adj1" fmla="val -92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0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6F8B7-9055-864B-84E8-06D2751E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C36E-2174-E517-407E-D7C815A8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906"/>
            <a:ext cx="10515600" cy="720097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Delta Table is Created: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04E61-533B-907B-EA3A-47CAB2F509AE}"/>
              </a:ext>
            </a:extLst>
          </p:cNvPr>
          <p:cNvSpPr txBox="1"/>
          <p:nvPr/>
        </p:nvSpPr>
        <p:spPr>
          <a:xfrm>
            <a:off x="904543" y="3078747"/>
            <a:ext cx="943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DML Operations: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A076F9-D780-665C-46C9-6185AA60D303}"/>
              </a:ext>
            </a:extLst>
          </p:cNvPr>
          <p:cNvSpPr/>
          <p:nvPr/>
        </p:nvSpPr>
        <p:spPr>
          <a:xfrm>
            <a:off x="1060728" y="1469726"/>
            <a:ext cx="1539433" cy="833377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A0EEC61-C290-0A20-C2D1-0F22CD4AA822}"/>
              </a:ext>
            </a:extLst>
          </p:cNvPr>
          <p:cNvSpPr/>
          <p:nvPr/>
        </p:nvSpPr>
        <p:spPr>
          <a:xfrm>
            <a:off x="2822250" y="1730847"/>
            <a:ext cx="478903" cy="249726"/>
          </a:xfrm>
          <a:prstGeom prst="rightArrow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C722E2-7ADE-55EE-FCD8-5125C1B210F7}"/>
              </a:ext>
            </a:extLst>
          </p:cNvPr>
          <p:cNvSpPr/>
          <p:nvPr/>
        </p:nvSpPr>
        <p:spPr>
          <a:xfrm>
            <a:off x="3584817" y="1426853"/>
            <a:ext cx="1562498" cy="869078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A38D1AB-2BBF-51FF-D647-409FD8C54ADB}"/>
              </a:ext>
            </a:extLst>
          </p:cNvPr>
          <p:cNvGrpSpPr/>
          <p:nvPr/>
        </p:nvGrpSpPr>
        <p:grpSpPr>
          <a:xfrm>
            <a:off x="5468510" y="1433348"/>
            <a:ext cx="2179828" cy="1077218"/>
            <a:chOff x="5468510" y="1433348"/>
            <a:chExt cx="2179828" cy="107721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469D56-A216-DA37-5D39-04762E52FCE9}"/>
                </a:ext>
              </a:extLst>
            </p:cNvPr>
            <p:cNvSpPr txBox="1"/>
            <p:nvPr/>
          </p:nvSpPr>
          <p:spPr>
            <a:xfrm>
              <a:off x="6292008" y="1433348"/>
              <a:ext cx="1257023" cy="107721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IN" sz="1600">
                  <a:latin typeface="Tenorite" panose="00000500000000000000" pitchFamily="2" charset="0"/>
                </a:rPr>
                <a:t>Transaction </a:t>
              </a:r>
              <a:r>
                <a:rPr lang="en-IN" sz="16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Log</a:t>
              </a:r>
              <a:r>
                <a:rPr lang="en-IN" sz="1600">
                  <a:latin typeface="Tenorite" panose="00000500000000000000" pitchFamily="2" charset="0"/>
                </a:rPr>
                <a:t> Creation</a:t>
              </a:r>
            </a:p>
            <a:p>
              <a:r>
                <a:rPr lang="en-IN" sz="1600">
                  <a:latin typeface="Tenorite" panose="00000500000000000000" pitchFamily="2" charset="0"/>
                </a:rPr>
                <a:t> </a:t>
              </a: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D6EC173D-82C5-AE5A-11F7-943F3B9FF3F4}"/>
                </a:ext>
              </a:extLst>
            </p:cNvPr>
            <p:cNvSpPr/>
            <p:nvPr/>
          </p:nvSpPr>
          <p:spPr>
            <a:xfrm>
              <a:off x="5468510" y="1763112"/>
              <a:ext cx="478903" cy="249726"/>
            </a:xfrm>
            <a:prstGeom prst="rightArrow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96475E3-8BAA-2398-774E-0460BA3253C3}"/>
                </a:ext>
              </a:extLst>
            </p:cNvPr>
            <p:cNvSpPr/>
            <p:nvPr/>
          </p:nvSpPr>
          <p:spPr>
            <a:xfrm>
              <a:off x="6108905" y="1450384"/>
              <a:ext cx="1539433" cy="729567"/>
            </a:xfrm>
            <a:prstGeom prst="round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B0A6442-5A1A-5D8E-DE07-3777533291F0}"/>
              </a:ext>
            </a:extLst>
          </p:cNvPr>
          <p:cNvSpPr/>
          <p:nvPr/>
        </p:nvSpPr>
        <p:spPr>
          <a:xfrm>
            <a:off x="7969534" y="1754379"/>
            <a:ext cx="478903" cy="249726"/>
          </a:xfrm>
          <a:prstGeom prst="rightArrow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FFA12C-E3F0-B84F-3C22-8CBD843B48FC}"/>
              </a:ext>
            </a:extLst>
          </p:cNvPr>
          <p:cNvSpPr/>
          <p:nvPr/>
        </p:nvSpPr>
        <p:spPr>
          <a:xfrm>
            <a:off x="8644560" y="1426852"/>
            <a:ext cx="1539433" cy="833377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9AEFA4-4C5F-C194-3D5E-E97ACD4DBC30}"/>
              </a:ext>
            </a:extLst>
          </p:cNvPr>
          <p:cNvSpPr txBox="1"/>
          <p:nvPr/>
        </p:nvSpPr>
        <p:spPr>
          <a:xfrm>
            <a:off x="1324337" y="1558220"/>
            <a:ext cx="1003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File  Creation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CB6A1A-27E0-6A90-DE88-E49120C4E520}"/>
              </a:ext>
            </a:extLst>
          </p:cNvPr>
          <p:cNvSpPr txBox="1"/>
          <p:nvPr/>
        </p:nvSpPr>
        <p:spPr>
          <a:xfrm>
            <a:off x="8817457" y="1648459"/>
            <a:ext cx="1257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state</a:t>
            </a: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20A1240-E60D-A141-A1A7-182DBE9D9C11}"/>
              </a:ext>
            </a:extLst>
          </p:cNvPr>
          <p:cNvGrpSpPr/>
          <p:nvPr/>
        </p:nvGrpSpPr>
        <p:grpSpPr>
          <a:xfrm>
            <a:off x="2318848" y="4036862"/>
            <a:ext cx="6325712" cy="2003691"/>
            <a:chOff x="1629879" y="3937620"/>
            <a:chExt cx="6325712" cy="200369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848D5CD-04BD-3FCD-5BFD-CBD0D1CEA540}"/>
                </a:ext>
              </a:extLst>
            </p:cNvPr>
            <p:cNvGrpSpPr/>
            <p:nvPr/>
          </p:nvGrpSpPr>
          <p:grpSpPr>
            <a:xfrm>
              <a:off x="1670369" y="4012734"/>
              <a:ext cx="972274" cy="615553"/>
              <a:chOff x="1597306" y="4074289"/>
              <a:chExt cx="972274" cy="615553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E22CB7B7-01FC-75F4-5E01-E8D7619A83EB}"/>
                  </a:ext>
                </a:extLst>
              </p:cNvPr>
              <p:cNvSpPr/>
              <p:nvPr/>
            </p:nvSpPr>
            <p:spPr>
              <a:xfrm>
                <a:off x="1597306" y="4074289"/>
                <a:ext cx="972274" cy="615553"/>
              </a:xfrm>
              <a:prstGeom prst="round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03E50AC-287A-71CD-BC20-F46D6DA1B01D}"/>
                  </a:ext>
                </a:extLst>
              </p:cNvPr>
              <p:cNvSpPr txBox="1"/>
              <p:nvPr/>
            </p:nvSpPr>
            <p:spPr>
              <a:xfrm>
                <a:off x="1670369" y="4197399"/>
                <a:ext cx="858720" cy="36933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b="1">
                    <a:latin typeface="Tenorite" panose="00000500000000000000" pitchFamily="2" charset="0"/>
                  </a:rPr>
                  <a:t>Insert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7CE6C92-B98A-1EA5-27E6-423DCAFA80BB}"/>
                </a:ext>
              </a:extLst>
            </p:cNvPr>
            <p:cNvGrpSpPr/>
            <p:nvPr/>
          </p:nvGrpSpPr>
          <p:grpSpPr>
            <a:xfrm>
              <a:off x="6952210" y="3937620"/>
              <a:ext cx="1003381" cy="615553"/>
              <a:chOff x="1597305" y="4074289"/>
              <a:chExt cx="1003381" cy="615553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1F59077B-81DA-3AF8-2B07-E18935BEDA64}"/>
                  </a:ext>
                </a:extLst>
              </p:cNvPr>
              <p:cNvSpPr/>
              <p:nvPr/>
            </p:nvSpPr>
            <p:spPr>
              <a:xfrm>
                <a:off x="1597305" y="4074289"/>
                <a:ext cx="1003381" cy="615553"/>
              </a:xfrm>
              <a:prstGeom prst="round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8210A75-DC95-3260-5551-96696D4D240B}"/>
                  </a:ext>
                </a:extLst>
              </p:cNvPr>
              <p:cNvSpPr txBox="1"/>
              <p:nvPr/>
            </p:nvSpPr>
            <p:spPr>
              <a:xfrm>
                <a:off x="1628412" y="4185947"/>
                <a:ext cx="936057" cy="36933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b="1">
                    <a:latin typeface="Tenorite" panose="00000500000000000000" pitchFamily="2" charset="0"/>
                  </a:rPr>
                  <a:t>Update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FAEC05C-E0F4-FEE1-DCD3-A4E76F601A37}"/>
                </a:ext>
              </a:extLst>
            </p:cNvPr>
            <p:cNvGrpSpPr/>
            <p:nvPr/>
          </p:nvGrpSpPr>
          <p:grpSpPr>
            <a:xfrm>
              <a:off x="1629879" y="5284933"/>
              <a:ext cx="972273" cy="615553"/>
              <a:chOff x="1556816" y="4074289"/>
              <a:chExt cx="972273" cy="615553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42E360DE-1C28-252C-ABD6-F2BEB75B069D}"/>
                  </a:ext>
                </a:extLst>
              </p:cNvPr>
              <p:cNvSpPr/>
              <p:nvPr/>
            </p:nvSpPr>
            <p:spPr>
              <a:xfrm>
                <a:off x="1556816" y="4074289"/>
                <a:ext cx="972273" cy="615553"/>
              </a:xfrm>
              <a:prstGeom prst="round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91E3377-9E2E-8F61-8DF0-1B17E3A1D1DD}"/>
                  </a:ext>
                </a:extLst>
              </p:cNvPr>
              <p:cNvSpPr txBox="1"/>
              <p:nvPr/>
            </p:nvSpPr>
            <p:spPr>
              <a:xfrm>
                <a:off x="1670369" y="4197399"/>
                <a:ext cx="814982" cy="36933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b="1">
                    <a:latin typeface="Tenorite" panose="00000500000000000000" pitchFamily="2" charset="0"/>
                  </a:rPr>
                  <a:t>Delete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25589AB-21FE-6B8A-4A1F-854C0F08B699}"/>
                </a:ext>
              </a:extLst>
            </p:cNvPr>
            <p:cNvGrpSpPr/>
            <p:nvPr/>
          </p:nvGrpSpPr>
          <p:grpSpPr>
            <a:xfrm>
              <a:off x="6947100" y="5325758"/>
              <a:ext cx="972274" cy="615553"/>
              <a:chOff x="1597306" y="4074289"/>
              <a:chExt cx="972274" cy="615553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69E3F9FE-F5C6-FF44-BD04-02C1DBC0BBE5}"/>
                  </a:ext>
                </a:extLst>
              </p:cNvPr>
              <p:cNvSpPr/>
              <p:nvPr/>
            </p:nvSpPr>
            <p:spPr>
              <a:xfrm>
                <a:off x="1597306" y="4074289"/>
                <a:ext cx="972274" cy="615553"/>
              </a:xfrm>
              <a:prstGeom prst="round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D922C69-F58C-E476-21A6-15D9640CB357}"/>
                  </a:ext>
                </a:extLst>
              </p:cNvPr>
              <p:cNvSpPr txBox="1"/>
              <p:nvPr/>
            </p:nvSpPr>
            <p:spPr>
              <a:xfrm>
                <a:off x="1641044" y="4194261"/>
                <a:ext cx="899211" cy="36933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IN" b="1">
                    <a:latin typeface="Tenorite" panose="00000500000000000000" pitchFamily="2" charset="0"/>
                  </a:rPr>
                  <a:t>Merge</a:t>
                </a:r>
              </a:p>
            </p:txBody>
          </p:sp>
        </p:grp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3877299-9A2C-7A91-6E39-9D3FCDB43FF4}"/>
                </a:ext>
              </a:extLst>
            </p:cNvPr>
            <p:cNvSpPr/>
            <p:nvPr/>
          </p:nvSpPr>
          <p:spPr>
            <a:xfrm>
              <a:off x="4190035" y="4628287"/>
              <a:ext cx="888040" cy="819896"/>
            </a:xfrm>
            <a:prstGeom prst="round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279BC79-2F1A-87B9-78ED-FB7291CC6339}"/>
                </a:ext>
              </a:extLst>
            </p:cNvPr>
            <p:cNvSpPr txBox="1"/>
            <p:nvPr/>
          </p:nvSpPr>
          <p:spPr>
            <a:xfrm>
              <a:off x="4302571" y="4853569"/>
              <a:ext cx="702441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IN" b="1">
                  <a:latin typeface="Tenorite" panose="00000500000000000000" pitchFamily="2" charset="0"/>
                </a:rPr>
                <a:t>DML</a:t>
              </a:r>
            </a:p>
          </p:txBody>
        </p:sp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C764A293-E863-2075-2786-651B367A4741}"/>
                </a:ext>
              </a:extLst>
            </p:cNvPr>
            <p:cNvCxnSpPr>
              <a:cxnSpLocks/>
              <a:stCxn id="66" idx="3"/>
              <a:endCxn id="60" idx="1"/>
            </p:cNvCxnSpPr>
            <p:nvPr/>
          </p:nvCxnSpPr>
          <p:spPr>
            <a:xfrm>
              <a:off x="5078075" y="5038235"/>
              <a:ext cx="1869025" cy="59530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DE882FAA-3FAC-233B-C97E-59551D3EA569}"/>
                </a:ext>
              </a:extLst>
            </p:cNvPr>
            <p:cNvCxnSpPr>
              <a:cxnSpLocks/>
              <a:stCxn id="66" idx="3"/>
              <a:endCxn id="54" idx="1"/>
            </p:cNvCxnSpPr>
            <p:nvPr/>
          </p:nvCxnSpPr>
          <p:spPr>
            <a:xfrm flipV="1">
              <a:off x="5078075" y="4245397"/>
              <a:ext cx="1874135" cy="79283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38904923-458D-627C-F396-2C55E3DF5E9C}"/>
                </a:ext>
              </a:extLst>
            </p:cNvPr>
            <p:cNvCxnSpPr>
              <a:cxnSpLocks/>
              <a:stCxn id="66" idx="1"/>
              <a:endCxn id="58" idx="3"/>
            </p:cNvCxnSpPr>
            <p:nvPr/>
          </p:nvCxnSpPr>
          <p:spPr>
            <a:xfrm rot="10800000" flipV="1">
              <a:off x="2558415" y="5038235"/>
              <a:ext cx="1631621" cy="554474"/>
            </a:xfrm>
            <a:prstGeom prst="bentConnector3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21ABED1C-846C-F072-3774-86B67230FDF9}"/>
                </a:ext>
              </a:extLst>
            </p:cNvPr>
            <p:cNvCxnSpPr>
              <a:cxnSpLocks/>
              <a:stCxn id="66" idx="1"/>
            </p:cNvCxnSpPr>
            <p:nvPr/>
          </p:nvCxnSpPr>
          <p:spPr>
            <a:xfrm rot="10800000">
              <a:off x="2673745" y="4300203"/>
              <a:ext cx="1516290" cy="738032"/>
            </a:xfrm>
            <a:prstGeom prst="bentConnector3">
              <a:avLst>
                <a:gd name="adj1" fmla="val 53242"/>
              </a:avLst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94D2B42B-9543-1627-8097-E1DB491AB415}"/>
              </a:ext>
            </a:extLst>
          </p:cNvPr>
          <p:cNvSpPr txBox="1"/>
          <p:nvPr/>
        </p:nvSpPr>
        <p:spPr>
          <a:xfrm>
            <a:off x="3788361" y="1511338"/>
            <a:ext cx="10389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Statistics</a:t>
            </a:r>
          </a:p>
          <a:p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 </a:t>
            </a:r>
          </a:p>
        </p:txBody>
      </p:sp>
    </p:spTree>
    <p:extLst>
      <p:ext uri="{BB962C8B-B14F-4D97-AF65-F5344CB8AC3E}">
        <p14:creationId xmlns:p14="http://schemas.microsoft.com/office/powerpoint/2010/main" val="358449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4" grpId="0" animBg="1"/>
      <p:bldP spid="15" grpId="0" animBg="1"/>
      <p:bldP spid="18" grpId="0"/>
      <p:bldP spid="22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5AFB-DC41-1F48-7B77-071C33CD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07AB-69C4-EEFB-333E-7613E18C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97"/>
          </a:xfrm>
        </p:spPr>
        <p:txBody>
          <a:bodyPr>
            <a:normAutofit/>
          </a:bodyPr>
          <a:lstStyle/>
          <a:p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Points: </a:t>
            </a: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1646CB41-979C-975C-637F-4C58ECC1F3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3A1965BF-A614-7888-87B0-E4EF7D7123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8C5F72-BAED-BE8A-07B9-318D3336A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622"/>
            <a:ext cx="10515600" cy="4939341"/>
          </a:xfrm>
        </p:spPr>
        <p:txBody>
          <a:bodyPr>
            <a:normAutofit/>
          </a:bodyPr>
          <a:lstStyle/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checkpoint is a 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snapshot of the table state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at a specific version, saved in Parquet format.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checkpoint contains 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active "add" actions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at that version.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default, for every 10 commits a checkpoint is automatically created.</a:t>
            </a:r>
          </a:p>
          <a:p>
            <a:endParaRPr lang="en-US" sz="1600">
              <a:latin typeface="Tenorite" panose="00000500000000000000" pitchFamily="2" charset="0"/>
            </a:endParaRPr>
          </a:p>
          <a:p>
            <a:endParaRPr lang="en-IN" sz="1600">
              <a:latin typeface="Tenorite" panose="00000500000000000000" pitchFamily="2" charset="0"/>
            </a:endParaRPr>
          </a:p>
          <a:p>
            <a:endParaRPr lang="en-IN" sz="1600">
              <a:latin typeface="Tenorite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78601-3D6E-90C8-1892-8C5513ECD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18" y="2328666"/>
            <a:ext cx="8621328" cy="2810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5F1782-E764-4626-00E6-E006FEA40F57}"/>
              </a:ext>
            </a:extLst>
          </p:cNvPr>
          <p:cNvSpPr txBox="1"/>
          <p:nvPr/>
        </p:nvSpPr>
        <p:spPr>
          <a:xfrm>
            <a:off x="1047918" y="545110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1" i="0">
                <a:solidFill>
                  <a:srgbClr val="1E1E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_last_checkpoint File</a:t>
            </a:r>
          </a:p>
        </p:txBody>
      </p:sp>
    </p:spTree>
    <p:extLst>
      <p:ext uri="{BB962C8B-B14F-4D97-AF65-F5344CB8AC3E}">
        <p14:creationId xmlns:p14="http://schemas.microsoft.com/office/powerpoint/2010/main" val="91525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4CD6-F965-9562-7A6B-2A11438A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298C3-65D7-EE4A-A769-F73B30BF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97"/>
          </a:xfrm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Vacuum:</a:t>
            </a:r>
            <a:r>
              <a:rPr lang="en-IN" sz="2400">
                <a:latin typeface="Tenorite" panose="00000500000000000000" pitchFamily="2" charset="0"/>
              </a:rPr>
              <a:t> </a:t>
            </a: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80EBEDBF-5EF3-DB1E-3795-9D3AC6E83B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15DA90A4-BAFD-D5A4-7FD8-20F47D968D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C1BD79-CC77-07B3-2437-B3B1E663935E}"/>
              </a:ext>
            </a:extLst>
          </p:cNvPr>
          <p:cNvGrpSpPr/>
          <p:nvPr/>
        </p:nvGrpSpPr>
        <p:grpSpPr>
          <a:xfrm>
            <a:off x="1006455" y="2694557"/>
            <a:ext cx="9176035" cy="1030143"/>
            <a:chOff x="1134318" y="1409816"/>
            <a:chExt cx="9123265" cy="87625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79F43F7-D912-A1B5-C002-FA751251F764}"/>
                </a:ext>
              </a:extLst>
            </p:cNvPr>
            <p:cNvSpPr/>
            <p:nvPr/>
          </p:nvSpPr>
          <p:spPr>
            <a:xfrm>
              <a:off x="1134318" y="1452690"/>
              <a:ext cx="1539433" cy="833377"/>
            </a:xfrm>
            <a:prstGeom prst="round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C3A95863-D407-47F7-D268-F2BBC058CBB7}"/>
                </a:ext>
              </a:extLst>
            </p:cNvPr>
            <p:cNvSpPr/>
            <p:nvPr/>
          </p:nvSpPr>
          <p:spPr>
            <a:xfrm>
              <a:off x="2895840" y="1713811"/>
              <a:ext cx="478903" cy="249726"/>
            </a:xfrm>
            <a:prstGeom prst="rightArrow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9BB782B-3E50-5E67-0259-0788F76CD113}"/>
                </a:ext>
              </a:extLst>
            </p:cNvPr>
            <p:cNvSpPr/>
            <p:nvPr/>
          </p:nvSpPr>
          <p:spPr>
            <a:xfrm>
              <a:off x="3658407" y="1409817"/>
              <a:ext cx="1562498" cy="869078"/>
            </a:xfrm>
            <a:prstGeom prst="round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Tenorite" panose="00000500000000000000" pitchFamily="2" charset="0"/>
                </a:rPr>
                <a:t>Statistics Collection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727E0914-FD38-5AD9-2421-063ECA53E0A9}"/>
                </a:ext>
              </a:extLst>
            </p:cNvPr>
            <p:cNvSpPr/>
            <p:nvPr/>
          </p:nvSpPr>
          <p:spPr>
            <a:xfrm>
              <a:off x="5542100" y="1746076"/>
              <a:ext cx="478903" cy="249726"/>
            </a:xfrm>
            <a:prstGeom prst="rightArrow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7277492-4FE3-9B48-9012-F3046B1FD052}"/>
                </a:ext>
              </a:extLst>
            </p:cNvPr>
            <p:cNvSpPr/>
            <p:nvPr/>
          </p:nvSpPr>
          <p:spPr>
            <a:xfrm>
              <a:off x="6182495" y="1433348"/>
              <a:ext cx="1539433" cy="833377"/>
            </a:xfrm>
            <a:prstGeom prst="round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F725E539-29A4-AA9D-356C-0625AE3BC72E}"/>
                </a:ext>
              </a:extLst>
            </p:cNvPr>
            <p:cNvSpPr/>
            <p:nvPr/>
          </p:nvSpPr>
          <p:spPr>
            <a:xfrm>
              <a:off x="8043124" y="1737343"/>
              <a:ext cx="478903" cy="249726"/>
            </a:xfrm>
            <a:prstGeom prst="rightArrow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77D8496-BFB2-D452-4D9C-0C846CCE6166}"/>
                </a:ext>
              </a:extLst>
            </p:cNvPr>
            <p:cNvSpPr/>
            <p:nvPr/>
          </p:nvSpPr>
          <p:spPr>
            <a:xfrm>
              <a:off x="8718150" y="1409816"/>
              <a:ext cx="1539433" cy="833377"/>
            </a:xfrm>
            <a:prstGeom prst="round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2040357-058E-E854-0EC6-83DCF06E5348}"/>
                </a:ext>
              </a:extLst>
            </p:cNvPr>
            <p:cNvSpPr txBox="1"/>
            <p:nvPr/>
          </p:nvSpPr>
          <p:spPr>
            <a:xfrm>
              <a:off x="1338121" y="1591645"/>
              <a:ext cx="1183172" cy="445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>
                  <a:latin typeface="Tenorite" panose="00000500000000000000" pitchFamily="2" charset="0"/>
                </a:rPr>
                <a:t>Identify Active Files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804E15-D5EB-0962-0EB7-83572E9E022F}"/>
                </a:ext>
              </a:extLst>
            </p:cNvPr>
            <p:cNvSpPr txBox="1"/>
            <p:nvPr/>
          </p:nvSpPr>
          <p:spPr>
            <a:xfrm>
              <a:off x="8889736" y="1695604"/>
              <a:ext cx="1257023" cy="2617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>
                  <a:latin typeface="Tenorite" panose="00000500000000000000" pitchFamily="2" charset="0"/>
                </a:rPr>
                <a:t>Delete Files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4F0D4D-373B-4A78-B3E9-8C14C600A58B}"/>
                </a:ext>
              </a:extLst>
            </p:cNvPr>
            <p:cNvSpPr txBox="1"/>
            <p:nvPr/>
          </p:nvSpPr>
          <p:spPr>
            <a:xfrm>
              <a:off x="3793519" y="1586604"/>
              <a:ext cx="1365369" cy="4450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>
                  <a:latin typeface="Tenorite" panose="00000500000000000000" pitchFamily="2" charset="0"/>
                </a:rPr>
                <a:t>List All Physical Files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C9420D-3EB5-C92F-3716-8EF8628CBC75}"/>
                </a:ext>
              </a:extLst>
            </p:cNvPr>
            <p:cNvSpPr txBox="1"/>
            <p:nvPr/>
          </p:nvSpPr>
          <p:spPr>
            <a:xfrm>
              <a:off x="6393225" y="1521153"/>
              <a:ext cx="1183172" cy="6283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>
                  <a:latin typeface="Tenorite" panose="00000500000000000000" pitchFamily="2" charset="0"/>
                </a:rPr>
                <a:t>Identify Candidates for Deletion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57B5727-F769-DF89-427B-7029F59509F6}"/>
              </a:ext>
            </a:extLst>
          </p:cNvPr>
          <p:cNvSpPr txBox="1"/>
          <p:nvPr/>
        </p:nvSpPr>
        <p:spPr>
          <a:xfrm>
            <a:off x="751817" y="1080531"/>
            <a:ext cx="985750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1E1E1E"/>
                </a:solidFill>
                <a:latin typeface="Tenorite" panose="00000500000000000000" pitchFamily="2" charset="0"/>
              </a:rPr>
              <a:t>VACUUM physically deletes files that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1E1E"/>
                </a:solidFill>
                <a:latin typeface="Tenorite" panose="00000500000000000000" pitchFamily="2" charset="0"/>
              </a:rPr>
              <a:t>No longer in the current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1E1E"/>
                </a:solidFill>
                <a:latin typeface="Tenorite" panose="00000500000000000000" pitchFamily="2" charset="0"/>
              </a:rPr>
              <a:t>Older than the retention 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Tenorite" panose="00000500000000000000" pitchFamily="2" charset="0"/>
              </a:rPr>
              <a:t>Default Retention 7 days (168 hours)</a:t>
            </a:r>
          </a:p>
          <a:p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6155AB-141D-F9CF-01D5-2AF560564C69}"/>
              </a:ext>
            </a:extLst>
          </p:cNvPr>
          <p:cNvSpPr txBox="1"/>
          <p:nvPr/>
        </p:nvSpPr>
        <p:spPr>
          <a:xfrm>
            <a:off x="844653" y="4084698"/>
            <a:ext cx="101978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solidFill>
                  <a:schemeClr val="tx2">
                    <a:lumMod val="90000"/>
                    <a:lumOff val="10000"/>
                  </a:schemeClr>
                </a:solidFill>
                <a:latin typeface="Tenorite" panose="00000500000000000000" pitchFamily="2" charset="0"/>
              </a:rPr>
              <a:t>Vacuum logs:</a:t>
            </a:r>
          </a:p>
          <a:p>
            <a:endParaRPr lang="en-US" sz="1600">
              <a:solidFill>
                <a:srgbClr val="1E1E1E"/>
              </a:solidFill>
              <a:latin typeface="Tenorite" panose="00000500000000000000" pitchFamily="2" charset="0"/>
            </a:endParaRPr>
          </a:p>
          <a:p>
            <a:r>
              <a:rPr lang="en-US" sz="1600">
                <a:solidFill>
                  <a:srgbClr val="1E1E1E"/>
                </a:solidFill>
                <a:latin typeface="Tenorite" panose="00000500000000000000" pitchFamily="2" charset="0"/>
              </a:rPr>
              <a:t>Vacuum does NOT change table version for data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1E1E"/>
                </a:solidFill>
                <a:latin typeface="Tenorite" panose="00000500000000000000" pitchFamily="2" charset="0"/>
              </a:rPr>
              <a:t>It records cleanup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1E1E"/>
                </a:solidFill>
                <a:latin typeface="Tenorite" panose="00000500000000000000" pitchFamily="2" charset="0"/>
              </a:rPr>
              <a:t>Doesn't affect current state reconstruction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E1E1E"/>
                </a:solidFill>
                <a:latin typeface="Tenorite" panose="00000500000000000000" pitchFamily="2" charset="0"/>
              </a:rPr>
              <a:t>Purely for audit purposes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65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3A5C-1D0B-8E05-C024-FFAEEBA5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5824-AB8C-94A2-AC1B-EAE02569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97"/>
          </a:xfrm>
        </p:spPr>
        <p:txBody>
          <a:bodyPr>
            <a:normAutofit/>
          </a:bodyPr>
          <a:lstStyle/>
          <a:p>
            <a:r>
              <a:rPr lang="en-IN" sz="2400">
                <a:latin typeface="Tenorite" panose="00000500000000000000" pitchFamily="2" charset="0"/>
              </a:rPr>
              <a:t>Time Travel:</a:t>
            </a: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072B4B2B-83A4-80D2-8D64-1A1DAC4562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7552387-7967-DE04-AAFA-01C9CD8B27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3429000"/>
            <a:ext cx="29718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F8BB42FF-F644-8472-97C5-816F74F47C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F2E8700-13DD-11D7-7260-DCF8A4420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622"/>
            <a:ext cx="10515600" cy="4939341"/>
          </a:xfrm>
        </p:spPr>
        <p:txBody>
          <a:bodyPr>
            <a:normAutofit/>
          </a:bodyPr>
          <a:lstStyle/>
          <a:p>
            <a:r>
              <a:rPr lang="en-US" sz="1600">
                <a:latin typeface="Tenorite" panose="00000500000000000000" pitchFamily="2" charset="0"/>
              </a:rPr>
              <a:t>Ability to query </a:t>
            </a:r>
            <a:r>
              <a:rPr lang="en-US" sz="1600" b="1">
                <a:latin typeface="Tenorite" panose="00000500000000000000" pitchFamily="2" charset="0"/>
              </a:rPr>
              <a:t>historical versions</a:t>
            </a:r>
            <a:r>
              <a:rPr lang="en-US" sz="1600">
                <a:latin typeface="Tenorite" panose="00000500000000000000" pitchFamily="2" charset="0"/>
              </a:rPr>
              <a:t> of the table.</a:t>
            </a:r>
          </a:p>
          <a:p>
            <a:endParaRPr lang="en-IN" sz="1600">
              <a:latin typeface="Tenorite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8B0CBC-7C42-41E5-B6DB-485355956C7B}"/>
              </a:ext>
            </a:extLst>
          </p:cNvPr>
          <p:cNvSpPr txBox="1"/>
          <p:nvPr/>
        </p:nvSpPr>
        <p:spPr>
          <a:xfrm>
            <a:off x="838200" y="3938330"/>
            <a:ext cx="94356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>
                <a:latin typeface="Tenorite" panose="00000500000000000000" pitchFamily="2" charset="0"/>
              </a:rPr>
              <a:t>Syntax:</a:t>
            </a:r>
          </a:p>
          <a:p>
            <a:r>
              <a:rPr lang="en-US" sz="1600">
                <a:latin typeface="Tenorite" panose="00000500000000000000" pitchFamily="2" charset="0"/>
              </a:rPr>
              <a:t>-- By version number</a:t>
            </a:r>
          </a:p>
          <a:p>
            <a:r>
              <a:rPr lang="en-US" sz="1400">
                <a:latin typeface="Tenorite" panose="00000500000000000000" pitchFamily="2" charset="0"/>
              </a:rPr>
              <a:t>SELECT * FROM table_name VERSION AS OF 3</a:t>
            </a:r>
          </a:p>
          <a:p>
            <a:endParaRPr lang="en-US" sz="1600">
              <a:latin typeface="Tenorite" panose="00000500000000000000" pitchFamily="2" charset="0"/>
            </a:endParaRPr>
          </a:p>
          <a:p>
            <a:r>
              <a:rPr lang="en-US" sz="1600">
                <a:latin typeface="Tenorite" panose="00000500000000000000" pitchFamily="2" charset="0"/>
              </a:rPr>
              <a:t>-- By timestamp</a:t>
            </a:r>
          </a:p>
          <a:p>
            <a:r>
              <a:rPr lang="en-US" sz="1400">
                <a:latin typeface="Tenorite" panose="00000500000000000000" pitchFamily="2" charset="0"/>
              </a:rPr>
              <a:t>SELECT * FROM table_name TIMESTAMP AS OF '2024-01-05'</a:t>
            </a:r>
          </a:p>
          <a:p>
            <a:endParaRPr lang="en-US" sz="1600">
              <a:latin typeface="Tenorite" panose="00000500000000000000" pitchFamily="2" charset="0"/>
            </a:endParaRPr>
          </a:p>
          <a:p>
            <a:r>
              <a:rPr lang="en-US" sz="1600">
                <a:latin typeface="Tenorite" panose="00000500000000000000" pitchFamily="2" charset="0"/>
              </a:rPr>
              <a:t>-- DataFrame API</a:t>
            </a:r>
          </a:p>
          <a:p>
            <a:r>
              <a:rPr lang="en-US" sz="1400">
                <a:latin typeface="Tenorite" panose="00000500000000000000" pitchFamily="2" charset="0"/>
              </a:rPr>
              <a:t>spark.read.format("delta").option("versionAsOf", 3).load("/path")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>
              <a:latin typeface="Tenorite" panose="000005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A1BBE4-0B1C-116A-4109-4E9A2112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21230"/>
            <a:ext cx="5430008" cy="20386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93E5E5-B78D-63CE-B53A-10439DDC4C3A}"/>
              </a:ext>
            </a:extLst>
          </p:cNvPr>
          <p:cNvSpPr txBox="1"/>
          <p:nvPr/>
        </p:nvSpPr>
        <p:spPr>
          <a:xfrm>
            <a:off x="7944465" y="1237622"/>
            <a:ext cx="2452851" cy="2177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Debugging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DA/B Testing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Recovery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Regulatory Compliance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F9B50-C269-5019-AB37-A65D708D36A8}"/>
              </a:ext>
            </a:extLst>
          </p:cNvPr>
          <p:cNvSpPr txBox="1"/>
          <p:nvPr/>
        </p:nvSpPr>
        <p:spPr>
          <a:xfrm>
            <a:off x="7939762" y="4107606"/>
            <a:ext cx="284706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Travel Limitations</a:t>
            </a:r>
          </a:p>
          <a:p>
            <a:pPr marL="342900" indent="-342900">
              <a:buAutoNum type="arabicPeriod"/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VACUUM affects time travel</a:t>
            </a:r>
          </a:p>
          <a:p>
            <a:pPr marL="342900" indent="-342900">
              <a:buAutoNum type="arabicPeriod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 log retention</a:t>
            </a:r>
          </a:p>
          <a:p>
            <a:pPr marL="342900" indent="-342900">
              <a:buAutoNum type="arabicPeriod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CABAC0-3760-6094-6D42-92F3AAC3B6B7}"/>
              </a:ext>
            </a:extLst>
          </p:cNvPr>
          <p:cNvCxnSpPr/>
          <p:nvPr/>
        </p:nvCxnSpPr>
        <p:spPr>
          <a:xfrm>
            <a:off x="7157884" y="1237622"/>
            <a:ext cx="0" cy="493934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823D0B-76AC-E006-A396-6017D2CC8C7E}"/>
              </a:ext>
            </a:extLst>
          </p:cNvPr>
          <p:cNvCxnSpPr/>
          <p:nvPr/>
        </p:nvCxnSpPr>
        <p:spPr>
          <a:xfrm>
            <a:off x="7561006" y="3759865"/>
            <a:ext cx="35101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96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455DA-86A9-64E6-E485-1375CF80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31D4-6C03-1914-B236-CFEB89668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97"/>
          </a:xfrm>
        </p:spPr>
        <p:txBody>
          <a:bodyPr>
            <a:normAutofit/>
          </a:bodyPr>
          <a:lstStyle/>
          <a:p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Optimistic Concurrency Control: </a:t>
            </a:r>
          </a:p>
        </p:txBody>
      </p:sp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1A213900-E4E3-8234-C683-798FF80A6D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62ABEAD4-893E-D31D-EDD4-E3A2A8FEEE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1CA8FD-AAAD-4465-C60F-9683F8D2AE48}"/>
              </a:ext>
            </a:extLst>
          </p:cNvPr>
          <p:cNvSpPr txBox="1"/>
          <p:nvPr/>
        </p:nvSpPr>
        <p:spPr>
          <a:xfrm>
            <a:off x="3837039" y="3105977"/>
            <a:ext cx="7795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99459-AB9B-CAAB-2EA9-4555F2F184E0}"/>
              </a:ext>
            </a:extLst>
          </p:cNvPr>
          <p:cNvSpPr txBox="1"/>
          <p:nvPr/>
        </p:nvSpPr>
        <p:spPr>
          <a:xfrm>
            <a:off x="874253" y="3581400"/>
            <a:ext cx="60458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Conflict Resolution</a:t>
            </a:r>
          </a:p>
          <a:p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Delta Lake checks for two types of conflicts: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Disjoint Transactions (No Conflict)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Overlapping Transactions (Conflict)</a:t>
            </a:r>
          </a:p>
          <a:p>
            <a:pPr marL="342900" indent="-342900">
              <a:buAutoNum type="arabicPeriod"/>
            </a:pP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10D0AC-C675-A920-26AE-FB2DCD849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300883"/>
              </p:ext>
            </p:extLst>
          </p:nvPr>
        </p:nvGraphicFramePr>
        <p:xfrm>
          <a:off x="960285" y="1309234"/>
          <a:ext cx="758571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1710">
                  <a:extLst>
                    <a:ext uri="{9D8B030D-6E8A-4147-A177-3AD203B41FA5}">
                      <a16:colId xmlns:a16="http://schemas.microsoft.com/office/drawing/2014/main" val="34028140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08322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Pessimistic (traditional databases)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Optimistic (Delta Lake)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41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Acquire lock before reading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locks during read/modify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252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Hold lock during modification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Writers work in parallel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766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Release lock after 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Check for conflicts at commit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424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Other writers wait (serialized)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Conflicts are rare, so this is faster</a:t>
                      </a:r>
                      <a:endParaRPr lang="en-IN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7796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47E246-3B15-BEBE-BB50-3F9837249BAD}"/>
              </a:ext>
            </a:extLst>
          </p:cNvPr>
          <p:cNvSpPr txBox="1"/>
          <p:nvPr/>
        </p:nvSpPr>
        <p:spPr>
          <a:xfrm>
            <a:off x="874253" y="5114315"/>
            <a:ext cx="35156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Isolation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Serializable</a:t>
            </a:r>
            <a:r>
              <a:rPr lang="fr-F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(Default)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WriteSerializable</a:t>
            </a: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Snapshot Isolation</a:t>
            </a:r>
          </a:p>
          <a:p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39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Transaction Logs:</vt:lpstr>
      <vt:lpstr>How Delta Table is Created:</vt:lpstr>
      <vt:lpstr>Check Points: </vt:lpstr>
      <vt:lpstr>Vacuum: </vt:lpstr>
      <vt:lpstr>Time Travel:</vt:lpstr>
      <vt:lpstr>Optimistic Concurrency Control: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Yamini Pothana</dc:creator>
  <cp:revision>1</cp:revision>
  <dcterms:created xsi:type="dcterms:W3CDTF">2026-02-04T07:02:25Z</dcterms:created>
  <dcterms:modified xsi:type="dcterms:W3CDTF">2026-02-06T07:00:19Z</dcterms:modified>
</cp:coreProperties>
</file>